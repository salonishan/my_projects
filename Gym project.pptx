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9" r:id="rId1"/>
  </p:sldMasterIdLst>
  <p:sldIdLst>
    <p:sldId id="257" r:id="rId2"/>
    <p:sldId id="278" r:id="rId3"/>
    <p:sldId id="258" r:id="rId4"/>
    <p:sldId id="259" r:id="rId5"/>
    <p:sldId id="261" r:id="rId6"/>
    <p:sldId id="262" r:id="rId7"/>
    <p:sldId id="274" r:id="rId8"/>
    <p:sldId id="275" r:id="rId9"/>
    <p:sldId id="276" r:id="rId10"/>
    <p:sldId id="277" r:id="rId11"/>
    <p:sldId id="268" r:id="rId12"/>
    <p:sldId id="269" r:id="rId13"/>
    <p:sldId id="270" r:id="rId14"/>
    <p:sldId id="271" r:id="rId15"/>
    <p:sldId id="272" r:id="rId16"/>
    <p:sldId id="27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loni shandilya" userId="60a3c8c89a0330d0" providerId="LiveId" clId="{3595912C-005C-466E-8364-DBE41D2F0CFD}"/>
    <pc:docChg chg="delSld modSld">
      <pc:chgData name="saloni shandilya" userId="60a3c8c89a0330d0" providerId="LiveId" clId="{3595912C-005C-466E-8364-DBE41D2F0CFD}" dt="2026-04-16T09:51:55.557" v="2" actId="2696"/>
      <pc:docMkLst>
        <pc:docMk/>
      </pc:docMkLst>
      <pc:sldChg chg="del">
        <pc:chgData name="saloni shandilya" userId="60a3c8c89a0330d0" providerId="LiveId" clId="{3595912C-005C-466E-8364-DBE41D2F0CFD}" dt="2026-04-16T09:51:43.826" v="0" actId="2696"/>
        <pc:sldMkLst>
          <pc:docMk/>
          <pc:sldMk cId="3891748175" sldId="256"/>
        </pc:sldMkLst>
      </pc:sldChg>
      <pc:sldChg chg="modSp">
        <pc:chgData name="saloni shandilya" userId="60a3c8c89a0330d0" providerId="LiveId" clId="{3595912C-005C-466E-8364-DBE41D2F0CFD}" dt="2026-04-16T09:51:47.869" v="1" actId="20577"/>
        <pc:sldMkLst>
          <pc:docMk/>
          <pc:sldMk cId="1200426547" sldId="257"/>
        </pc:sldMkLst>
        <pc:spChg chg="mod">
          <ac:chgData name="saloni shandilya" userId="60a3c8c89a0330d0" providerId="LiveId" clId="{3595912C-005C-466E-8364-DBE41D2F0CFD}" dt="2026-04-16T09:51:47.869" v="1" actId="20577"/>
          <ac:spMkLst>
            <pc:docMk/>
            <pc:sldMk cId="1200426547" sldId="257"/>
            <ac:spMk id="2" creationId="{94F74328-7B54-A173-46A1-76BC5C0B9570}"/>
          </ac:spMkLst>
        </pc:spChg>
      </pc:sldChg>
      <pc:sldChg chg="del">
        <pc:chgData name="saloni shandilya" userId="60a3c8c89a0330d0" providerId="LiveId" clId="{3595912C-005C-466E-8364-DBE41D2F0CFD}" dt="2026-04-16T09:51:55.557" v="2" actId="2696"/>
        <pc:sldMkLst>
          <pc:docMk/>
          <pc:sldMk cId="4218696712" sldId="260"/>
        </pc:sldMkLst>
      </pc:sldChg>
    </pc:docChg>
  </pc:docChgLst>
  <pc:docChgLst>
    <pc:chgData name="saloni shandilya" userId="60a3c8c89a0330d0" providerId="LiveId" clId="{6014CC7E-3BF3-4FB9-A33A-4916B10F8AF8}"/>
    <pc:docChg chg="undo custSel addSld delSld modSld">
      <pc:chgData name="saloni shandilya" userId="60a3c8c89a0330d0" providerId="LiveId" clId="{6014CC7E-3BF3-4FB9-A33A-4916B10F8AF8}" dt="2023-04-10T05:13:53.470" v="1794" actId="20577"/>
      <pc:docMkLst>
        <pc:docMk/>
      </pc:docMkLst>
      <pc:sldChg chg="modSp mod modTransition modAnim">
        <pc:chgData name="saloni shandilya" userId="60a3c8c89a0330d0" providerId="LiveId" clId="{6014CC7E-3BF3-4FB9-A33A-4916B10F8AF8}" dt="2023-04-10T05:08:30.167" v="1775" actId="207"/>
        <pc:sldMkLst>
          <pc:docMk/>
          <pc:sldMk cId="3891748175" sldId="256"/>
        </pc:sldMkLst>
      </pc:sldChg>
      <pc:sldChg chg="modSp mod modAnim">
        <pc:chgData name="saloni shandilya" userId="60a3c8c89a0330d0" providerId="LiveId" clId="{6014CC7E-3BF3-4FB9-A33A-4916B10F8AF8}" dt="2023-04-10T05:13:53.470" v="1794" actId="20577"/>
        <pc:sldMkLst>
          <pc:docMk/>
          <pc:sldMk cId="1200426547" sldId="257"/>
        </pc:sldMkLst>
      </pc:sldChg>
      <pc:sldChg chg="modSp mod modAnim">
        <pc:chgData name="saloni shandilya" userId="60a3c8c89a0330d0" providerId="LiveId" clId="{6014CC7E-3BF3-4FB9-A33A-4916B10F8AF8}" dt="2023-04-03T11:23:33.005" v="395" actId="14100"/>
        <pc:sldMkLst>
          <pc:docMk/>
          <pc:sldMk cId="432978592" sldId="258"/>
        </pc:sldMkLst>
      </pc:sldChg>
      <pc:sldChg chg="modAnim">
        <pc:chgData name="saloni shandilya" userId="60a3c8c89a0330d0" providerId="LiveId" clId="{6014CC7E-3BF3-4FB9-A33A-4916B10F8AF8}" dt="2023-04-03T10:59:46.358" v="172"/>
        <pc:sldMkLst>
          <pc:docMk/>
          <pc:sldMk cId="558455479" sldId="259"/>
        </pc:sldMkLst>
      </pc:sldChg>
      <pc:sldChg chg="modSp mod modAnim">
        <pc:chgData name="saloni shandilya" userId="60a3c8c89a0330d0" providerId="LiveId" clId="{6014CC7E-3BF3-4FB9-A33A-4916B10F8AF8}" dt="2023-04-03T11:01:07.862" v="189"/>
        <pc:sldMkLst>
          <pc:docMk/>
          <pc:sldMk cId="4218696712" sldId="260"/>
        </pc:sldMkLst>
      </pc:sldChg>
      <pc:sldChg chg="modSp mod modAnim">
        <pc:chgData name="saloni shandilya" userId="60a3c8c89a0330d0" providerId="LiveId" clId="{6014CC7E-3BF3-4FB9-A33A-4916B10F8AF8}" dt="2023-04-03T11:21:28.647" v="381"/>
        <pc:sldMkLst>
          <pc:docMk/>
          <pc:sldMk cId="3638570406" sldId="261"/>
        </pc:sldMkLst>
      </pc:sldChg>
      <pc:sldChg chg="modSp mod modAnim">
        <pc:chgData name="saloni shandilya" userId="60a3c8c89a0330d0" providerId="LiveId" clId="{6014CC7E-3BF3-4FB9-A33A-4916B10F8AF8}" dt="2023-04-03T11:24:29.820" v="402" actId="14100"/>
        <pc:sldMkLst>
          <pc:docMk/>
          <pc:sldMk cId="2933535305" sldId="262"/>
        </pc:sldMkLst>
      </pc:sldChg>
      <pc:sldChg chg="modSp del mod modAnim">
        <pc:chgData name="saloni shandilya" userId="60a3c8c89a0330d0" providerId="LiveId" clId="{6014CC7E-3BF3-4FB9-A33A-4916B10F8AF8}" dt="2023-04-10T04:50:11.846" v="1747" actId="2696"/>
        <pc:sldMkLst>
          <pc:docMk/>
          <pc:sldMk cId="3393612018" sldId="263"/>
        </pc:sldMkLst>
      </pc:sldChg>
      <pc:sldChg chg="modSp del mod modAnim">
        <pc:chgData name="saloni shandilya" userId="60a3c8c89a0330d0" providerId="LiveId" clId="{6014CC7E-3BF3-4FB9-A33A-4916B10F8AF8}" dt="2023-04-10T04:50:17.978" v="1748" actId="47"/>
        <pc:sldMkLst>
          <pc:docMk/>
          <pc:sldMk cId="1111599334" sldId="264"/>
        </pc:sldMkLst>
      </pc:sldChg>
      <pc:sldChg chg="modSp del mod modAnim">
        <pc:chgData name="saloni shandilya" userId="60a3c8c89a0330d0" providerId="LiveId" clId="{6014CC7E-3BF3-4FB9-A33A-4916B10F8AF8}" dt="2023-04-10T04:50:19.405" v="1749" actId="47"/>
        <pc:sldMkLst>
          <pc:docMk/>
          <pc:sldMk cId="3774783973" sldId="265"/>
        </pc:sldMkLst>
      </pc:sldChg>
      <pc:sldChg chg="modSp del mod modAnim">
        <pc:chgData name="saloni shandilya" userId="60a3c8c89a0330d0" providerId="LiveId" clId="{6014CC7E-3BF3-4FB9-A33A-4916B10F8AF8}" dt="2023-04-10T04:50:20.541" v="1750" actId="47"/>
        <pc:sldMkLst>
          <pc:docMk/>
          <pc:sldMk cId="3534966286" sldId="266"/>
        </pc:sldMkLst>
      </pc:sldChg>
      <pc:sldChg chg="modSp del mod modAnim">
        <pc:chgData name="saloni shandilya" userId="60a3c8c89a0330d0" providerId="LiveId" clId="{6014CC7E-3BF3-4FB9-A33A-4916B10F8AF8}" dt="2023-04-10T04:50:21.302" v="1751" actId="47"/>
        <pc:sldMkLst>
          <pc:docMk/>
          <pc:sldMk cId="3337949788" sldId="267"/>
        </pc:sldMkLst>
      </pc:sldChg>
      <pc:sldChg chg="modSp mod modAnim">
        <pc:chgData name="saloni shandilya" userId="60a3c8c89a0330d0" providerId="LiveId" clId="{6014CC7E-3BF3-4FB9-A33A-4916B10F8AF8}" dt="2023-04-10T04:50:38.890" v="1757" actId="20577"/>
        <pc:sldMkLst>
          <pc:docMk/>
          <pc:sldMk cId="3277814846" sldId="268"/>
        </pc:sldMkLst>
      </pc:sldChg>
      <pc:sldChg chg="modSp mod modAnim">
        <pc:chgData name="saloni shandilya" userId="60a3c8c89a0330d0" providerId="LiveId" clId="{6014CC7E-3BF3-4FB9-A33A-4916B10F8AF8}" dt="2023-04-03T11:43:41.552" v="519" actId="1076"/>
        <pc:sldMkLst>
          <pc:docMk/>
          <pc:sldMk cId="696197837" sldId="269"/>
        </pc:sldMkLst>
      </pc:sldChg>
      <pc:sldChg chg="modSp mod modAnim">
        <pc:chgData name="saloni shandilya" userId="60a3c8c89a0330d0" providerId="LiveId" clId="{6014CC7E-3BF3-4FB9-A33A-4916B10F8AF8}" dt="2023-04-03T11:44:29.809" v="534" actId="1076"/>
        <pc:sldMkLst>
          <pc:docMk/>
          <pc:sldMk cId="2980116300" sldId="270"/>
        </pc:sldMkLst>
      </pc:sldChg>
      <pc:sldChg chg="modSp mod modAnim">
        <pc:chgData name="saloni shandilya" userId="60a3c8c89a0330d0" providerId="LiveId" clId="{6014CC7E-3BF3-4FB9-A33A-4916B10F8AF8}" dt="2023-04-03T11:45:15.352" v="549" actId="1076"/>
        <pc:sldMkLst>
          <pc:docMk/>
          <pc:sldMk cId="1351932178" sldId="271"/>
        </pc:sldMkLst>
      </pc:sldChg>
      <pc:sldChg chg="modSp mod modAnim">
        <pc:chgData name="saloni shandilya" userId="60a3c8c89a0330d0" providerId="LiveId" clId="{6014CC7E-3BF3-4FB9-A33A-4916B10F8AF8}" dt="2023-04-03T11:29:04.339" v="469" actId="14100"/>
        <pc:sldMkLst>
          <pc:docMk/>
          <pc:sldMk cId="1637806599" sldId="272"/>
        </pc:sldMkLst>
      </pc:sldChg>
      <pc:sldChg chg="addSp delSp modSp new mod modAnim">
        <pc:chgData name="saloni shandilya" userId="60a3c8c89a0330d0" providerId="LiveId" clId="{6014CC7E-3BF3-4FB9-A33A-4916B10F8AF8}" dt="2023-04-03T11:27:40.120" v="439" actId="14100"/>
        <pc:sldMkLst>
          <pc:docMk/>
          <pc:sldMk cId="1188136760" sldId="273"/>
        </pc:sldMkLst>
      </pc:sldChg>
      <pc:sldChg chg="addSp modSp new mod modAnim">
        <pc:chgData name="saloni shandilya" userId="60a3c8c89a0330d0" providerId="LiveId" clId="{6014CC7E-3BF3-4FB9-A33A-4916B10F8AF8}" dt="2023-04-10T04:50:29.932" v="1755" actId="20577"/>
        <pc:sldMkLst>
          <pc:docMk/>
          <pc:sldMk cId="230533677" sldId="274"/>
        </pc:sldMkLst>
      </pc:sldChg>
      <pc:sldChg chg="addSp delSp modSp new mod modAnim">
        <pc:chgData name="saloni shandilya" userId="60a3c8c89a0330d0" providerId="LiveId" clId="{6014CC7E-3BF3-4FB9-A33A-4916B10F8AF8}" dt="2023-04-04T08:09:57.045" v="705"/>
        <pc:sldMkLst>
          <pc:docMk/>
          <pc:sldMk cId="658063872" sldId="275"/>
        </pc:sldMkLst>
      </pc:sldChg>
      <pc:sldChg chg="addSp delSp modSp new mod modAnim">
        <pc:chgData name="saloni shandilya" userId="60a3c8c89a0330d0" providerId="LiveId" clId="{6014CC7E-3BF3-4FB9-A33A-4916B10F8AF8}" dt="2023-04-04T08:23:28.836" v="774"/>
        <pc:sldMkLst>
          <pc:docMk/>
          <pc:sldMk cId="1162049855" sldId="276"/>
        </pc:sldMkLst>
      </pc:sldChg>
      <pc:sldChg chg="addSp delSp modSp new mod modAnim">
        <pc:chgData name="saloni shandilya" userId="60a3c8c89a0330d0" providerId="LiveId" clId="{6014CC7E-3BF3-4FB9-A33A-4916B10F8AF8}" dt="2023-04-04T08:25:43.256" v="821"/>
        <pc:sldMkLst>
          <pc:docMk/>
          <pc:sldMk cId="1104382208" sldId="277"/>
        </pc:sldMkLst>
      </pc:sldChg>
      <pc:sldChg chg="del">
        <pc:chgData name="saloni shandilya" userId="60a3c8c89a0330d0" providerId="LiveId" clId="{6014CC7E-3BF3-4FB9-A33A-4916B10F8AF8}" dt="2023-04-07T14:07:56.422" v="987" actId="2696"/>
        <pc:sldMkLst>
          <pc:docMk/>
          <pc:sldMk cId="195316113" sldId="278"/>
        </pc:sldMkLst>
      </pc:sldChg>
      <pc:sldChg chg="modSp new mod modAnim">
        <pc:chgData name="saloni shandilya" userId="60a3c8c89a0330d0" providerId="LiveId" clId="{6014CC7E-3BF3-4FB9-A33A-4916B10F8AF8}" dt="2023-04-07T14:50:10.962" v="1744"/>
        <pc:sldMkLst>
          <pc:docMk/>
          <pc:sldMk cId="1143255805" sldId="278"/>
        </pc:sldMkLst>
      </pc:sldChg>
      <pc:sldChg chg="new del">
        <pc:chgData name="saloni shandilya" userId="60a3c8c89a0330d0" providerId="LiveId" clId="{6014CC7E-3BF3-4FB9-A33A-4916B10F8AF8}" dt="2023-04-07T14:53:32.239" v="1746" actId="47"/>
        <pc:sldMkLst>
          <pc:docMk/>
          <pc:sldMk cId="877315827" sldId="279"/>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4CCAC-E8CB-A144-0EED-84F3058011F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EBE1E5A-901E-226F-2667-74D0F76E18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3E4B44C-A4B1-C5F0-D6EA-BDB4D6A93044}"/>
              </a:ext>
            </a:extLst>
          </p:cNvPr>
          <p:cNvSpPr>
            <a:spLocks noGrp="1"/>
          </p:cNvSpPr>
          <p:nvPr>
            <p:ph type="dt" sz="half" idx="10"/>
          </p:nvPr>
        </p:nvSpPr>
        <p:spPr/>
        <p:txBody>
          <a:bodyPr/>
          <a:lstStyle/>
          <a:p>
            <a:fld id="{16404B08-63FB-40EB-AD37-884175619669}" type="datetimeFigureOut">
              <a:rPr lang="en-IN" smtClean="0"/>
              <a:t>16-04-2026</a:t>
            </a:fld>
            <a:endParaRPr lang="en-IN"/>
          </a:p>
        </p:txBody>
      </p:sp>
      <p:sp>
        <p:nvSpPr>
          <p:cNvPr id="5" name="Footer Placeholder 4">
            <a:extLst>
              <a:ext uri="{FF2B5EF4-FFF2-40B4-BE49-F238E27FC236}">
                <a16:creationId xmlns:a16="http://schemas.microsoft.com/office/drawing/2014/main" id="{22016A5D-36BA-911F-87AC-BC97FD4F8DA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3C2A5F3-77D8-A7FF-B437-4B872247E7B2}"/>
              </a:ext>
            </a:extLst>
          </p:cNvPr>
          <p:cNvSpPr>
            <a:spLocks noGrp="1"/>
          </p:cNvSpPr>
          <p:nvPr>
            <p:ph type="sldNum" sz="quarter" idx="12"/>
          </p:nvPr>
        </p:nvSpPr>
        <p:spPr/>
        <p:txBody>
          <a:bodyPr/>
          <a:lstStyle/>
          <a:p>
            <a:fld id="{A4E71ADF-B7B6-4B8D-A60B-636909ADF10E}" type="slidenum">
              <a:rPr lang="en-IN" smtClean="0"/>
              <a:t>‹#›</a:t>
            </a:fld>
            <a:endParaRPr lang="en-IN"/>
          </a:p>
        </p:txBody>
      </p:sp>
    </p:spTree>
    <p:extLst>
      <p:ext uri="{BB962C8B-B14F-4D97-AF65-F5344CB8AC3E}">
        <p14:creationId xmlns:p14="http://schemas.microsoft.com/office/powerpoint/2010/main" val="28824178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3A7AC-1DA6-10C8-8587-F4C46884533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38CA739-3163-21F5-249B-D4C228EC57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DB0C470-474F-47D3-3745-6C131BFC6C31}"/>
              </a:ext>
            </a:extLst>
          </p:cNvPr>
          <p:cNvSpPr>
            <a:spLocks noGrp="1"/>
          </p:cNvSpPr>
          <p:nvPr>
            <p:ph type="dt" sz="half" idx="10"/>
          </p:nvPr>
        </p:nvSpPr>
        <p:spPr/>
        <p:txBody>
          <a:bodyPr/>
          <a:lstStyle/>
          <a:p>
            <a:fld id="{16404B08-63FB-40EB-AD37-884175619669}" type="datetimeFigureOut">
              <a:rPr lang="en-IN" smtClean="0"/>
              <a:t>16-04-2026</a:t>
            </a:fld>
            <a:endParaRPr lang="en-IN"/>
          </a:p>
        </p:txBody>
      </p:sp>
      <p:sp>
        <p:nvSpPr>
          <p:cNvPr id="5" name="Footer Placeholder 4">
            <a:extLst>
              <a:ext uri="{FF2B5EF4-FFF2-40B4-BE49-F238E27FC236}">
                <a16:creationId xmlns:a16="http://schemas.microsoft.com/office/drawing/2014/main" id="{ED315D27-6600-4392-A141-DE91D145A28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4E7338A-AB30-C2E8-13DB-B7E441A05902}"/>
              </a:ext>
            </a:extLst>
          </p:cNvPr>
          <p:cNvSpPr>
            <a:spLocks noGrp="1"/>
          </p:cNvSpPr>
          <p:nvPr>
            <p:ph type="sldNum" sz="quarter" idx="12"/>
          </p:nvPr>
        </p:nvSpPr>
        <p:spPr/>
        <p:txBody>
          <a:bodyPr/>
          <a:lstStyle/>
          <a:p>
            <a:fld id="{A4E71ADF-B7B6-4B8D-A60B-636909ADF10E}" type="slidenum">
              <a:rPr lang="en-IN" smtClean="0"/>
              <a:t>‹#›</a:t>
            </a:fld>
            <a:endParaRPr lang="en-IN"/>
          </a:p>
        </p:txBody>
      </p:sp>
    </p:spTree>
    <p:extLst>
      <p:ext uri="{BB962C8B-B14F-4D97-AF65-F5344CB8AC3E}">
        <p14:creationId xmlns:p14="http://schemas.microsoft.com/office/powerpoint/2010/main" val="6368052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C23C7-77D8-72C3-052B-DCDEF3A302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7EAE295-8630-2E23-9E51-3D095589CB4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A7BBAEA-3EF8-470F-2537-51B51A1D3504}"/>
              </a:ext>
            </a:extLst>
          </p:cNvPr>
          <p:cNvSpPr>
            <a:spLocks noGrp="1"/>
          </p:cNvSpPr>
          <p:nvPr>
            <p:ph type="dt" sz="half" idx="10"/>
          </p:nvPr>
        </p:nvSpPr>
        <p:spPr/>
        <p:txBody>
          <a:bodyPr/>
          <a:lstStyle/>
          <a:p>
            <a:fld id="{16404B08-63FB-40EB-AD37-884175619669}" type="datetimeFigureOut">
              <a:rPr lang="en-IN" smtClean="0"/>
              <a:t>16-04-2026</a:t>
            </a:fld>
            <a:endParaRPr lang="en-IN"/>
          </a:p>
        </p:txBody>
      </p:sp>
      <p:sp>
        <p:nvSpPr>
          <p:cNvPr id="5" name="Footer Placeholder 4">
            <a:extLst>
              <a:ext uri="{FF2B5EF4-FFF2-40B4-BE49-F238E27FC236}">
                <a16:creationId xmlns:a16="http://schemas.microsoft.com/office/drawing/2014/main" id="{AA46A779-67F9-D0EF-3F18-D7BB6EF39F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4D0A045-56D2-F2D1-B0DC-7780ADC866BA}"/>
              </a:ext>
            </a:extLst>
          </p:cNvPr>
          <p:cNvSpPr>
            <a:spLocks noGrp="1"/>
          </p:cNvSpPr>
          <p:nvPr>
            <p:ph type="sldNum" sz="quarter" idx="12"/>
          </p:nvPr>
        </p:nvSpPr>
        <p:spPr/>
        <p:txBody>
          <a:bodyPr/>
          <a:lstStyle/>
          <a:p>
            <a:fld id="{A4E71ADF-B7B6-4B8D-A60B-636909ADF10E}" type="slidenum">
              <a:rPr lang="en-IN" smtClean="0"/>
              <a:t>‹#›</a:t>
            </a:fld>
            <a:endParaRPr lang="en-IN"/>
          </a:p>
        </p:txBody>
      </p:sp>
    </p:spTree>
    <p:extLst>
      <p:ext uri="{BB962C8B-B14F-4D97-AF65-F5344CB8AC3E}">
        <p14:creationId xmlns:p14="http://schemas.microsoft.com/office/powerpoint/2010/main" val="5026905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EEFB7-F98F-0704-9E84-14B15A5525D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5279349-6A42-762A-B263-475676314A7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D85DA3D-0CFF-4D9D-A84C-25428382E6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D9AB4F9-E835-1EE9-05D1-4EDC88A127F1}"/>
              </a:ext>
            </a:extLst>
          </p:cNvPr>
          <p:cNvSpPr>
            <a:spLocks noGrp="1"/>
          </p:cNvSpPr>
          <p:nvPr>
            <p:ph type="dt" sz="half" idx="10"/>
          </p:nvPr>
        </p:nvSpPr>
        <p:spPr/>
        <p:txBody>
          <a:bodyPr/>
          <a:lstStyle/>
          <a:p>
            <a:fld id="{16404B08-63FB-40EB-AD37-884175619669}" type="datetimeFigureOut">
              <a:rPr lang="en-IN" smtClean="0"/>
              <a:t>16-04-2026</a:t>
            </a:fld>
            <a:endParaRPr lang="en-IN"/>
          </a:p>
        </p:txBody>
      </p:sp>
      <p:sp>
        <p:nvSpPr>
          <p:cNvPr id="6" name="Footer Placeholder 5">
            <a:extLst>
              <a:ext uri="{FF2B5EF4-FFF2-40B4-BE49-F238E27FC236}">
                <a16:creationId xmlns:a16="http://schemas.microsoft.com/office/drawing/2014/main" id="{156CEA07-BCCA-AE23-C176-013C44E8237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95B6CAA-49C7-D27F-810C-D082E84BA9A1}"/>
              </a:ext>
            </a:extLst>
          </p:cNvPr>
          <p:cNvSpPr>
            <a:spLocks noGrp="1"/>
          </p:cNvSpPr>
          <p:nvPr>
            <p:ph type="sldNum" sz="quarter" idx="12"/>
          </p:nvPr>
        </p:nvSpPr>
        <p:spPr/>
        <p:txBody>
          <a:bodyPr/>
          <a:lstStyle/>
          <a:p>
            <a:fld id="{A4E71ADF-B7B6-4B8D-A60B-636909ADF10E}" type="slidenum">
              <a:rPr lang="en-IN" smtClean="0"/>
              <a:t>‹#›</a:t>
            </a:fld>
            <a:endParaRPr lang="en-IN"/>
          </a:p>
        </p:txBody>
      </p:sp>
    </p:spTree>
    <p:extLst>
      <p:ext uri="{BB962C8B-B14F-4D97-AF65-F5344CB8AC3E}">
        <p14:creationId xmlns:p14="http://schemas.microsoft.com/office/powerpoint/2010/main" val="2123314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C4528-FAF3-CBFD-F9A7-CB8AAC9F093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2677344-0229-3A32-F729-A4174BD1BF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F2C3852-BE2D-8A50-EF81-DB87010B64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E05C936-F508-2973-2DED-08232311AD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D7BE7ED-6BA4-B712-EB2C-95EE3BAE81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0F5ABBF-07BB-E55B-5012-0A4B831174F5}"/>
              </a:ext>
            </a:extLst>
          </p:cNvPr>
          <p:cNvSpPr>
            <a:spLocks noGrp="1"/>
          </p:cNvSpPr>
          <p:nvPr>
            <p:ph type="dt" sz="half" idx="10"/>
          </p:nvPr>
        </p:nvSpPr>
        <p:spPr/>
        <p:txBody>
          <a:bodyPr/>
          <a:lstStyle/>
          <a:p>
            <a:fld id="{16404B08-63FB-40EB-AD37-884175619669}" type="datetimeFigureOut">
              <a:rPr lang="en-IN" smtClean="0"/>
              <a:t>16-04-2026</a:t>
            </a:fld>
            <a:endParaRPr lang="en-IN"/>
          </a:p>
        </p:txBody>
      </p:sp>
      <p:sp>
        <p:nvSpPr>
          <p:cNvPr id="8" name="Footer Placeholder 7">
            <a:extLst>
              <a:ext uri="{FF2B5EF4-FFF2-40B4-BE49-F238E27FC236}">
                <a16:creationId xmlns:a16="http://schemas.microsoft.com/office/drawing/2014/main" id="{1A99BCC1-2A7E-B244-3650-E214FD3EE70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AFEA83D-9969-2A41-51D7-22D27CFF6330}"/>
              </a:ext>
            </a:extLst>
          </p:cNvPr>
          <p:cNvSpPr>
            <a:spLocks noGrp="1"/>
          </p:cNvSpPr>
          <p:nvPr>
            <p:ph type="sldNum" sz="quarter" idx="12"/>
          </p:nvPr>
        </p:nvSpPr>
        <p:spPr/>
        <p:txBody>
          <a:bodyPr/>
          <a:lstStyle/>
          <a:p>
            <a:fld id="{A4E71ADF-B7B6-4B8D-A60B-636909ADF10E}" type="slidenum">
              <a:rPr lang="en-IN" smtClean="0"/>
              <a:t>‹#›</a:t>
            </a:fld>
            <a:endParaRPr lang="en-IN"/>
          </a:p>
        </p:txBody>
      </p:sp>
    </p:spTree>
    <p:extLst>
      <p:ext uri="{BB962C8B-B14F-4D97-AF65-F5344CB8AC3E}">
        <p14:creationId xmlns:p14="http://schemas.microsoft.com/office/powerpoint/2010/main" val="30549051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5B537-D5CE-0CB8-EF51-F1EEA87B56E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DA77999-1089-6A3F-8FF3-D5CAABCC7E86}"/>
              </a:ext>
            </a:extLst>
          </p:cNvPr>
          <p:cNvSpPr>
            <a:spLocks noGrp="1"/>
          </p:cNvSpPr>
          <p:nvPr>
            <p:ph type="dt" sz="half" idx="10"/>
          </p:nvPr>
        </p:nvSpPr>
        <p:spPr/>
        <p:txBody>
          <a:bodyPr/>
          <a:lstStyle/>
          <a:p>
            <a:fld id="{16404B08-63FB-40EB-AD37-884175619669}" type="datetimeFigureOut">
              <a:rPr lang="en-IN" smtClean="0"/>
              <a:t>16-04-2026</a:t>
            </a:fld>
            <a:endParaRPr lang="en-IN"/>
          </a:p>
        </p:txBody>
      </p:sp>
      <p:sp>
        <p:nvSpPr>
          <p:cNvPr id="4" name="Footer Placeholder 3">
            <a:extLst>
              <a:ext uri="{FF2B5EF4-FFF2-40B4-BE49-F238E27FC236}">
                <a16:creationId xmlns:a16="http://schemas.microsoft.com/office/drawing/2014/main" id="{EEDE06D7-1D1B-D8E3-B65D-0E68A2BD5A2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69159F5-1A4D-A918-7C61-31111A60F24D}"/>
              </a:ext>
            </a:extLst>
          </p:cNvPr>
          <p:cNvSpPr>
            <a:spLocks noGrp="1"/>
          </p:cNvSpPr>
          <p:nvPr>
            <p:ph type="sldNum" sz="quarter" idx="12"/>
          </p:nvPr>
        </p:nvSpPr>
        <p:spPr/>
        <p:txBody>
          <a:bodyPr/>
          <a:lstStyle/>
          <a:p>
            <a:fld id="{A4E71ADF-B7B6-4B8D-A60B-636909ADF10E}" type="slidenum">
              <a:rPr lang="en-IN" smtClean="0"/>
              <a:t>‹#›</a:t>
            </a:fld>
            <a:endParaRPr lang="en-IN"/>
          </a:p>
        </p:txBody>
      </p:sp>
    </p:spTree>
    <p:extLst>
      <p:ext uri="{BB962C8B-B14F-4D97-AF65-F5344CB8AC3E}">
        <p14:creationId xmlns:p14="http://schemas.microsoft.com/office/powerpoint/2010/main" val="2674029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4F9DEF-B080-FFD0-114D-991A95B85A7D}"/>
              </a:ext>
            </a:extLst>
          </p:cNvPr>
          <p:cNvSpPr>
            <a:spLocks noGrp="1"/>
          </p:cNvSpPr>
          <p:nvPr>
            <p:ph type="dt" sz="half" idx="10"/>
          </p:nvPr>
        </p:nvSpPr>
        <p:spPr/>
        <p:txBody>
          <a:bodyPr/>
          <a:lstStyle/>
          <a:p>
            <a:fld id="{16404B08-63FB-40EB-AD37-884175619669}" type="datetimeFigureOut">
              <a:rPr lang="en-IN" smtClean="0"/>
              <a:t>16-04-2026</a:t>
            </a:fld>
            <a:endParaRPr lang="en-IN"/>
          </a:p>
        </p:txBody>
      </p:sp>
      <p:sp>
        <p:nvSpPr>
          <p:cNvPr id="3" name="Footer Placeholder 2">
            <a:extLst>
              <a:ext uri="{FF2B5EF4-FFF2-40B4-BE49-F238E27FC236}">
                <a16:creationId xmlns:a16="http://schemas.microsoft.com/office/drawing/2014/main" id="{8149B2BE-3DA2-60D2-4556-88B92988C06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028AB63-632C-0804-C8AF-AA452F31DC39}"/>
              </a:ext>
            </a:extLst>
          </p:cNvPr>
          <p:cNvSpPr>
            <a:spLocks noGrp="1"/>
          </p:cNvSpPr>
          <p:nvPr>
            <p:ph type="sldNum" sz="quarter" idx="12"/>
          </p:nvPr>
        </p:nvSpPr>
        <p:spPr/>
        <p:txBody>
          <a:bodyPr/>
          <a:lstStyle/>
          <a:p>
            <a:fld id="{A4E71ADF-B7B6-4B8D-A60B-636909ADF10E}" type="slidenum">
              <a:rPr lang="en-IN" smtClean="0"/>
              <a:t>‹#›</a:t>
            </a:fld>
            <a:endParaRPr lang="en-IN"/>
          </a:p>
        </p:txBody>
      </p:sp>
    </p:spTree>
    <p:extLst>
      <p:ext uri="{BB962C8B-B14F-4D97-AF65-F5344CB8AC3E}">
        <p14:creationId xmlns:p14="http://schemas.microsoft.com/office/powerpoint/2010/main" val="2988789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7CA5B-0F64-E559-C6E7-2B6003EAFF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B467D20-A405-E061-4DCC-9DA797007C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304A118-2B7C-296C-843E-DEC7D056AA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7356EA-3AA8-0217-8974-A69F47793256}"/>
              </a:ext>
            </a:extLst>
          </p:cNvPr>
          <p:cNvSpPr>
            <a:spLocks noGrp="1"/>
          </p:cNvSpPr>
          <p:nvPr>
            <p:ph type="dt" sz="half" idx="10"/>
          </p:nvPr>
        </p:nvSpPr>
        <p:spPr/>
        <p:txBody>
          <a:bodyPr/>
          <a:lstStyle/>
          <a:p>
            <a:fld id="{16404B08-63FB-40EB-AD37-884175619669}" type="datetimeFigureOut">
              <a:rPr lang="en-IN" smtClean="0"/>
              <a:t>16-04-2026</a:t>
            </a:fld>
            <a:endParaRPr lang="en-IN"/>
          </a:p>
        </p:txBody>
      </p:sp>
      <p:sp>
        <p:nvSpPr>
          <p:cNvPr id="6" name="Footer Placeholder 5">
            <a:extLst>
              <a:ext uri="{FF2B5EF4-FFF2-40B4-BE49-F238E27FC236}">
                <a16:creationId xmlns:a16="http://schemas.microsoft.com/office/drawing/2014/main" id="{A43AED5A-9360-1283-326D-9308823E296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1FFAFC6-A9BB-C8A4-D586-3DBECC99A0FE}"/>
              </a:ext>
            </a:extLst>
          </p:cNvPr>
          <p:cNvSpPr>
            <a:spLocks noGrp="1"/>
          </p:cNvSpPr>
          <p:nvPr>
            <p:ph type="sldNum" sz="quarter" idx="12"/>
          </p:nvPr>
        </p:nvSpPr>
        <p:spPr/>
        <p:txBody>
          <a:bodyPr/>
          <a:lstStyle/>
          <a:p>
            <a:fld id="{A4E71ADF-B7B6-4B8D-A60B-636909ADF10E}" type="slidenum">
              <a:rPr lang="en-IN" smtClean="0"/>
              <a:t>‹#›</a:t>
            </a:fld>
            <a:endParaRPr lang="en-IN"/>
          </a:p>
        </p:txBody>
      </p:sp>
    </p:spTree>
    <p:extLst>
      <p:ext uri="{BB962C8B-B14F-4D97-AF65-F5344CB8AC3E}">
        <p14:creationId xmlns:p14="http://schemas.microsoft.com/office/powerpoint/2010/main" val="2836540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35F98-885B-584E-535B-AA53FC3401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3FE52CF-C596-F475-F7C0-7F37C0ADF4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84EA0EF-2521-A6AD-FA0B-D5FA19147F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E08A91-A680-53A9-7144-8D1B111E99E6}"/>
              </a:ext>
            </a:extLst>
          </p:cNvPr>
          <p:cNvSpPr>
            <a:spLocks noGrp="1"/>
          </p:cNvSpPr>
          <p:nvPr>
            <p:ph type="dt" sz="half" idx="10"/>
          </p:nvPr>
        </p:nvSpPr>
        <p:spPr/>
        <p:txBody>
          <a:bodyPr/>
          <a:lstStyle/>
          <a:p>
            <a:fld id="{16404B08-63FB-40EB-AD37-884175619669}" type="datetimeFigureOut">
              <a:rPr lang="en-IN" smtClean="0"/>
              <a:t>16-04-2026</a:t>
            </a:fld>
            <a:endParaRPr lang="en-IN"/>
          </a:p>
        </p:txBody>
      </p:sp>
      <p:sp>
        <p:nvSpPr>
          <p:cNvPr id="6" name="Footer Placeholder 5">
            <a:extLst>
              <a:ext uri="{FF2B5EF4-FFF2-40B4-BE49-F238E27FC236}">
                <a16:creationId xmlns:a16="http://schemas.microsoft.com/office/drawing/2014/main" id="{2F1C8F9D-8401-E490-8C3A-6550AA494A9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05EDE54-6CC7-A733-902F-E7DFCFD001B1}"/>
              </a:ext>
            </a:extLst>
          </p:cNvPr>
          <p:cNvSpPr>
            <a:spLocks noGrp="1"/>
          </p:cNvSpPr>
          <p:nvPr>
            <p:ph type="sldNum" sz="quarter" idx="12"/>
          </p:nvPr>
        </p:nvSpPr>
        <p:spPr/>
        <p:txBody>
          <a:bodyPr/>
          <a:lstStyle/>
          <a:p>
            <a:fld id="{A4E71ADF-B7B6-4B8D-A60B-636909ADF10E}" type="slidenum">
              <a:rPr lang="en-IN" smtClean="0"/>
              <a:t>‹#›</a:t>
            </a:fld>
            <a:endParaRPr lang="en-IN"/>
          </a:p>
        </p:txBody>
      </p:sp>
    </p:spTree>
    <p:extLst>
      <p:ext uri="{BB962C8B-B14F-4D97-AF65-F5344CB8AC3E}">
        <p14:creationId xmlns:p14="http://schemas.microsoft.com/office/powerpoint/2010/main" val="25597921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1879F-5B99-3419-F4ED-65270C67340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4B43F5E-88D0-BF91-76F7-9E2F9D945C8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DBE34D-7160-3A92-7D5F-95285A51F2A9}"/>
              </a:ext>
            </a:extLst>
          </p:cNvPr>
          <p:cNvSpPr>
            <a:spLocks noGrp="1"/>
          </p:cNvSpPr>
          <p:nvPr>
            <p:ph type="dt" sz="half" idx="10"/>
          </p:nvPr>
        </p:nvSpPr>
        <p:spPr/>
        <p:txBody>
          <a:bodyPr/>
          <a:lstStyle/>
          <a:p>
            <a:fld id="{16404B08-63FB-40EB-AD37-884175619669}" type="datetimeFigureOut">
              <a:rPr lang="en-IN" smtClean="0"/>
              <a:t>16-04-2026</a:t>
            </a:fld>
            <a:endParaRPr lang="en-IN"/>
          </a:p>
        </p:txBody>
      </p:sp>
      <p:sp>
        <p:nvSpPr>
          <p:cNvPr id="5" name="Footer Placeholder 4">
            <a:extLst>
              <a:ext uri="{FF2B5EF4-FFF2-40B4-BE49-F238E27FC236}">
                <a16:creationId xmlns:a16="http://schemas.microsoft.com/office/drawing/2014/main" id="{65D013EE-CCEC-9289-714E-823BDAA637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B490FF5-6802-9CE0-B78E-CE54E74BC968}"/>
              </a:ext>
            </a:extLst>
          </p:cNvPr>
          <p:cNvSpPr>
            <a:spLocks noGrp="1"/>
          </p:cNvSpPr>
          <p:nvPr>
            <p:ph type="sldNum" sz="quarter" idx="12"/>
          </p:nvPr>
        </p:nvSpPr>
        <p:spPr/>
        <p:txBody>
          <a:bodyPr/>
          <a:lstStyle/>
          <a:p>
            <a:fld id="{A4E71ADF-B7B6-4B8D-A60B-636909ADF10E}" type="slidenum">
              <a:rPr lang="en-IN" smtClean="0"/>
              <a:t>‹#›</a:t>
            </a:fld>
            <a:endParaRPr lang="en-IN"/>
          </a:p>
        </p:txBody>
      </p:sp>
    </p:spTree>
    <p:extLst>
      <p:ext uri="{BB962C8B-B14F-4D97-AF65-F5344CB8AC3E}">
        <p14:creationId xmlns:p14="http://schemas.microsoft.com/office/powerpoint/2010/main" val="29505153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5B8CAB3-EBE6-AAD1-2FAC-4E4827D8A59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A269AC3-45F2-E5AB-30A7-19A40FF59FE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F03AE18-1108-EE06-BA12-02E6842E3361}"/>
              </a:ext>
            </a:extLst>
          </p:cNvPr>
          <p:cNvSpPr>
            <a:spLocks noGrp="1"/>
          </p:cNvSpPr>
          <p:nvPr>
            <p:ph type="dt" sz="half" idx="10"/>
          </p:nvPr>
        </p:nvSpPr>
        <p:spPr/>
        <p:txBody>
          <a:bodyPr/>
          <a:lstStyle/>
          <a:p>
            <a:fld id="{16404B08-63FB-40EB-AD37-884175619669}" type="datetimeFigureOut">
              <a:rPr lang="en-IN" smtClean="0"/>
              <a:t>16-04-2026</a:t>
            </a:fld>
            <a:endParaRPr lang="en-IN"/>
          </a:p>
        </p:txBody>
      </p:sp>
      <p:sp>
        <p:nvSpPr>
          <p:cNvPr id="5" name="Footer Placeholder 4">
            <a:extLst>
              <a:ext uri="{FF2B5EF4-FFF2-40B4-BE49-F238E27FC236}">
                <a16:creationId xmlns:a16="http://schemas.microsoft.com/office/drawing/2014/main" id="{59EB1A12-F5E6-C02F-199B-0F33579091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65103D-5645-85B2-D14D-02736221DC10}"/>
              </a:ext>
            </a:extLst>
          </p:cNvPr>
          <p:cNvSpPr>
            <a:spLocks noGrp="1"/>
          </p:cNvSpPr>
          <p:nvPr>
            <p:ph type="sldNum" sz="quarter" idx="12"/>
          </p:nvPr>
        </p:nvSpPr>
        <p:spPr/>
        <p:txBody>
          <a:bodyPr/>
          <a:lstStyle/>
          <a:p>
            <a:fld id="{A4E71ADF-B7B6-4B8D-A60B-636909ADF10E}" type="slidenum">
              <a:rPr lang="en-IN" smtClean="0"/>
              <a:t>‹#›</a:t>
            </a:fld>
            <a:endParaRPr lang="en-IN"/>
          </a:p>
        </p:txBody>
      </p:sp>
    </p:spTree>
    <p:extLst>
      <p:ext uri="{BB962C8B-B14F-4D97-AF65-F5344CB8AC3E}">
        <p14:creationId xmlns:p14="http://schemas.microsoft.com/office/powerpoint/2010/main" val="1228785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21EBB6-A71B-D78B-19A6-DECA3FC9FA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86E3312-11CB-AAEE-2CF6-4DFAE9F359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810C7C-BF62-CFE5-E8C6-B367AAD0D9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404B08-63FB-40EB-AD37-884175619669}" type="datetimeFigureOut">
              <a:rPr lang="en-IN" smtClean="0"/>
              <a:t>16-04-2026</a:t>
            </a:fld>
            <a:endParaRPr lang="en-IN"/>
          </a:p>
        </p:txBody>
      </p:sp>
      <p:sp>
        <p:nvSpPr>
          <p:cNvPr id="5" name="Footer Placeholder 4">
            <a:extLst>
              <a:ext uri="{FF2B5EF4-FFF2-40B4-BE49-F238E27FC236}">
                <a16:creationId xmlns:a16="http://schemas.microsoft.com/office/drawing/2014/main" id="{93993EEA-962A-447C-49FE-2D6A2E8DFC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A1BCD7A-7928-5AA4-633E-ED688690C8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E71ADF-B7B6-4B8D-A60B-636909ADF10E}" type="slidenum">
              <a:rPr lang="en-IN" smtClean="0"/>
              <a:t>‹#›</a:t>
            </a:fld>
            <a:endParaRPr lang="en-IN"/>
          </a:p>
        </p:txBody>
      </p:sp>
    </p:spTree>
    <p:extLst>
      <p:ext uri="{BB962C8B-B14F-4D97-AF65-F5344CB8AC3E}">
        <p14:creationId xmlns:p14="http://schemas.microsoft.com/office/powerpoint/2010/main" val="4188285704"/>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https://docs.google.com/forms/d/1y5vT3BH6uzroK1fHs5T6V6cBoMXXOA9cS06PKfhvEic/edit"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74328-7B54-A173-46A1-76BC5C0B9570}"/>
              </a:ext>
            </a:extLst>
          </p:cNvPr>
          <p:cNvSpPr>
            <a:spLocks noGrp="1"/>
          </p:cNvSpPr>
          <p:nvPr>
            <p:ph type="title"/>
          </p:nvPr>
        </p:nvSpPr>
        <p:spPr>
          <a:xfrm>
            <a:off x="536360" y="436146"/>
            <a:ext cx="10515600" cy="1325563"/>
          </a:xfrm>
        </p:spPr>
        <p:txBody>
          <a:bodyPr>
            <a:normAutofit fontScale="90000"/>
          </a:bodyPr>
          <a:lstStyle/>
          <a:p>
            <a:br>
              <a:rPr lang="en-IN" sz="6000" b="1" dirty="0"/>
            </a:br>
            <a:r>
              <a:rPr lang="en-IN" dirty="0"/>
              <a:t>              </a:t>
            </a:r>
          </a:p>
        </p:txBody>
      </p:sp>
      <p:sp>
        <p:nvSpPr>
          <p:cNvPr id="3" name="Content Placeholder 2">
            <a:extLst>
              <a:ext uri="{FF2B5EF4-FFF2-40B4-BE49-F238E27FC236}">
                <a16:creationId xmlns:a16="http://schemas.microsoft.com/office/drawing/2014/main" id="{1DE37E5C-8BE1-2688-66B1-C6502C1D1AAA}"/>
              </a:ext>
            </a:extLst>
          </p:cNvPr>
          <p:cNvSpPr>
            <a:spLocks noGrp="1"/>
          </p:cNvSpPr>
          <p:nvPr>
            <p:ph idx="1"/>
          </p:nvPr>
        </p:nvSpPr>
        <p:spPr>
          <a:xfrm>
            <a:off x="0" y="1452088"/>
            <a:ext cx="12285956" cy="4827942"/>
          </a:xfrm>
        </p:spPr>
        <p:txBody>
          <a:bodyPr>
            <a:normAutofit lnSpcReduction="10000"/>
          </a:bodyPr>
          <a:lstStyle/>
          <a:p>
            <a:pPr marL="914400" lvl="2" indent="0">
              <a:buNone/>
            </a:pPr>
            <a:r>
              <a:rPr lang="en-IN" sz="4000" b="1" i="1" u="sng" dirty="0">
                <a:solidFill>
                  <a:srgbClr val="FF0000"/>
                </a:solidFill>
                <a:effectLst>
                  <a:outerShdw blurRad="38100" dist="38100" dir="2700000" algn="tl">
                    <a:srgbClr val="000000">
                      <a:alpha val="43137"/>
                    </a:srgbClr>
                  </a:outerShdw>
                </a:effectLst>
                <a:latin typeface="Albertus Medium" panose="020E0602030304020304" pitchFamily="34" charset="0"/>
              </a:rPr>
              <a:t>CHANGES SEEN IN A PERSON BEFORE AND AFTER JOINING THE GYM.</a:t>
            </a:r>
          </a:p>
          <a:p>
            <a:pPr marL="914400" lvl="2" indent="0">
              <a:buNone/>
            </a:pPr>
            <a:endParaRPr lang="en-IN" sz="4000" b="1" i="1" dirty="0">
              <a:solidFill>
                <a:srgbClr val="002060"/>
              </a:solidFill>
              <a:latin typeface="Albertus Medium" panose="020E0602030304020304" pitchFamily="34" charset="0"/>
            </a:endParaRPr>
          </a:p>
          <a:p>
            <a:pPr marL="914400" lvl="2" indent="0">
              <a:buNone/>
            </a:pPr>
            <a:r>
              <a:rPr lang="en-IN" sz="4000" b="1" i="1" dirty="0">
                <a:solidFill>
                  <a:srgbClr val="002060"/>
                </a:solidFill>
                <a:latin typeface="Albertus Medium" panose="020E0602030304020304" pitchFamily="34" charset="0"/>
              </a:rPr>
              <a:t>Using tools:-</a:t>
            </a:r>
          </a:p>
          <a:p>
            <a:pPr marL="1657350" lvl="2" indent="-742950">
              <a:buFont typeface="+mj-lt"/>
              <a:buAutoNum type="arabicPeriod"/>
            </a:pPr>
            <a:r>
              <a:rPr lang="en-IN" sz="4000" b="1" i="1" dirty="0">
                <a:solidFill>
                  <a:srgbClr val="002060"/>
                </a:solidFill>
                <a:latin typeface="Albertus Medium" panose="020E0602030304020304" pitchFamily="34" charset="0"/>
              </a:rPr>
              <a:t>Descriptive statistics</a:t>
            </a:r>
          </a:p>
          <a:p>
            <a:pPr marL="1657350" lvl="2" indent="-742950">
              <a:buFont typeface="+mj-lt"/>
              <a:buAutoNum type="arabicPeriod"/>
            </a:pPr>
            <a:r>
              <a:rPr lang="en-IN" sz="4000" b="1" i="1" dirty="0">
                <a:solidFill>
                  <a:srgbClr val="002060"/>
                </a:solidFill>
                <a:latin typeface="Albertus Medium" panose="020E0602030304020304" pitchFamily="34" charset="0"/>
              </a:rPr>
              <a:t>Correlation by </a:t>
            </a:r>
            <a:r>
              <a:rPr lang="en-IN" sz="4000" b="1" i="1">
                <a:solidFill>
                  <a:srgbClr val="002060"/>
                </a:solidFill>
                <a:latin typeface="Albertus Medium" panose="020E0602030304020304" pitchFamily="34" charset="0"/>
              </a:rPr>
              <a:t>CORREL function</a:t>
            </a:r>
            <a:endParaRPr lang="en-IN" sz="4000" b="1" i="1" dirty="0">
              <a:solidFill>
                <a:srgbClr val="002060"/>
              </a:solidFill>
              <a:latin typeface="Albertus Medium" panose="020E0602030304020304" pitchFamily="34" charset="0"/>
            </a:endParaRPr>
          </a:p>
          <a:p>
            <a:pPr marL="1657350" lvl="2" indent="-742950">
              <a:buFont typeface="+mj-lt"/>
              <a:buAutoNum type="arabicPeriod"/>
            </a:pPr>
            <a:r>
              <a:rPr lang="en-IN" sz="4000" b="1" i="1" dirty="0">
                <a:solidFill>
                  <a:srgbClr val="002060"/>
                </a:solidFill>
                <a:latin typeface="Albertus Medium" panose="020E0602030304020304" pitchFamily="34" charset="0"/>
              </a:rPr>
              <a:t> z- test for two sample mean</a:t>
            </a:r>
          </a:p>
          <a:p>
            <a:pPr marL="1657350" lvl="2" indent="-742950">
              <a:buFont typeface="+mj-lt"/>
              <a:buAutoNum type="arabicPeriod"/>
            </a:pPr>
            <a:r>
              <a:rPr lang="en-IN" sz="4000" b="1" i="1" dirty="0">
                <a:solidFill>
                  <a:srgbClr val="002060"/>
                </a:solidFill>
                <a:latin typeface="Albertus Medium" panose="020E0602030304020304" pitchFamily="34" charset="0"/>
              </a:rPr>
              <a:t>Charts (by frequency function, </a:t>
            </a:r>
            <a:r>
              <a:rPr lang="en-IN" sz="4000" b="1" i="1" dirty="0" err="1">
                <a:solidFill>
                  <a:srgbClr val="002060"/>
                </a:solidFill>
                <a:latin typeface="Albertus Medium" panose="020E0602030304020304" pitchFamily="34" charset="0"/>
              </a:rPr>
              <a:t>countif</a:t>
            </a:r>
            <a:r>
              <a:rPr lang="en-IN" sz="4000" b="1" i="1" dirty="0">
                <a:solidFill>
                  <a:srgbClr val="002060"/>
                </a:solidFill>
                <a:latin typeface="Albertus Medium" panose="020E0602030304020304" pitchFamily="34" charset="0"/>
              </a:rPr>
              <a:t> function)</a:t>
            </a:r>
          </a:p>
          <a:p>
            <a:pPr marL="1657350" lvl="2" indent="-742950">
              <a:buFont typeface="+mj-lt"/>
              <a:buAutoNum type="arabicPeriod"/>
            </a:pPr>
            <a:endParaRPr lang="en-IN" sz="4000" b="1" i="1" dirty="0">
              <a:solidFill>
                <a:srgbClr val="002060"/>
              </a:solidFill>
              <a:latin typeface="Albertus Medium" panose="020E0602030304020304" pitchFamily="34" charset="0"/>
            </a:endParaRPr>
          </a:p>
          <a:p>
            <a:pPr marL="1657350" lvl="2" indent="-742950">
              <a:buFont typeface="+mj-lt"/>
              <a:buAutoNum type="arabicPeriod"/>
            </a:pPr>
            <a:endParaRPr lang="en-IN" sz="4000" b="1" i="1" dirty="0">
              <a:solidFill>
                <a:srgbClr val="002060"/>
              </a:solidFill>
              <a:latin typeface="Albertus Medium" panose="020E0602030304020304" pitchFamily="34" charset="0"/>
            </a:endParaRPr>
          </a:p>
          <a:p>
            <a:pPr marL="914400" lvl="2" indent="0">
              <a:buNone/>
            </a:pPr>
            <a:endParaRPr lang="en-IN" sz="4000" b="1" i="1" dirty="0">
              <a:solidFill>
                <a:srgbClr val="002060"/>
              </a:solidFill>
              <a:latin typeface="Albertus Medium" panose="020E0602030304020304" pitchFamily="34" charset="0"/>
            </a:endParaRPr>
          </a:p>
          <a:p>
            <a:pPr marL="914400" lvl="2" indent="0">
              <a:buNone/>
            </a:pPr>
            <a:endParaRPr lang="en-IN" sz="6000" i="1" dirty="0">
              <a:solidFill>
                <a:srgbClr val="002060"/>
              </a:solidFill>
              <a:latin typeface="Albertus Medium" panose="020E0602030304020304" pitchFamily="34" charset="0"/>
            </a:endParaRPr>
          </a:p>
        </p:txBody>
      </p:sp>
    </p:spTree>
    <p:extLst>
      <p:ext uri="{BB962C8B-B14F-4D97-AF65-F5344CB8AC3E}">
        <p14:creationId xmlns:p14="http://schemas.microsoft.com/office/powerpoint/2010/main" val="1200426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par>
                          <p:cTn id="8" fill="hold">
                            <p:stCondLst>
                              <p:cond delay="2000"/>
                            </p:stCondLst>
                            <p:childTnLst>
                              <p:par>
                                <p:cTn id="9" presetID="26" presetClass="entr" presetSubtype="0" fill="hold"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wipe(down)">
                                      <p:cBhvr>
                                        <p:cTn id="11" dur="580">
                                          <p:stCondLst>
                                            <p:cond delay="0"/>
                                          </p:stCondLst>
                                        </p:cTn>
                                        <p:tgtEl>
                                          <p:spTgt spid="3">
                                            <p:txEl>
                                              <p:pRg st="0" end="0"/>
                                            </p:txEl>
                                          </p:spTgt>
                                        </p:tgtEl>
                                      </p:cBhvr>
                                    </p:animEffect>
                                    <p:anim calcmode="lin" valueType="num">
                                      <p:cBhvr>
                                        <p:cTn id="12"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13"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4"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5"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6"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7" dur="26">
                                          <p:stCondLst>
                                            <p:cond delay="650"/>
                                          </p:stCondLst>
                                        </p:cTn>
                                        <p:tgtEl>
                                          <p:spTgt spid="3">
                                            <p:txEl>
                                              <p:pRg st="0" end="0"/>
                                            </p:txEl>
                                          </p:spTgt>
                                        </p:tgtEl>
                                      </p:cBhvr>
                                      <p:to x="100000" y="60000"/>
                                    </p:animScale>
                                    <p:animScale>
                                      <p:cBhvr>
                                        <p:cTn id="18" dur="166" decel="50000">
                                          <p:stCondLst>
                                            <p:cond delay="676"/>
                                          </p:stCondLst>
                                        </p:cTn>
                                        <p:tgtEl>
                                          <p:spTgt spid="3">
                                            <p:txEl>
                                              <p:pRg st="0" end="0"/>
                                            </p:txEl>
                                          </p:spTgt>
                                        </p:tgtEl>
                                      </p:cBhvr>
                                      <p:to x="100000" y="100000"/>
                                    </p:animScale>
                                    <p:animScale>
                                      <p:cBhvr>
                                        <p:cTn id="19" dur="26">
                                          <p:stCondLst>
                                            <p:cond delay="1312"/>
                                          </p:stCondLst>
                                        </p:cTn>
                                        <p:tgtEl>
                                          <p:spTgt spid="3">
                                            <p:txEl>
                                              <p:pRg st="0" end="0"/>
                                            </p:txEl>
                                          </p:spTgt>
                                        </p:tgtEl>
                                      </p:cBhvr>
                                      <p:to x="100000" y="80000"/>
                                    </p:animScale>
                                    <p:animScale>
                                      <p:cBhvr>
                                        <p:cTn id="20" dur="166" decel="50000">
                                          <p:stCondLst>
                                            <p:cond delay="1338"/>
                                          </p:stCondLst>
                                        </p:cTn>
                                        <p:tgtEl>
                                          <p:spTgt spid="3">
                                            <p:txEl>
                                              <p:pRg st="0" end="0"/>
                                            </p:txEl>
                                          </p:spTgt>
                                        </p:tgtEl>
                                      </p:cBhvr>
                                      <p:to x="100000" y="100000"/>
                                    </p:animScale>
                                    <p:animScale>
                                      <p:cBhvr>
                                        <p:cTn id="21" dur="26">
                                          <p:stCondLst>
                                            <p:cond delay="1642"/>
                                          </p:stCondLst>
                                        </p:cTn>
                                        <p:tgtEl>
                                          <p:spTgt spid="3">
                                            <p:txEl>
                                              <p:pRg st="0" end="0"/>
                                            </p:txEl>
                                          </p:spTgt>
                                        </p:tgtEl>
                                      </p:cBhvr>
                                      <p:to x="100000" y="90000"/>
                                    </p:animScale>
                                    <p:animScale>
                                      <p:cBhvr>
                                        <p:cTn id="22" dur="166" decel="50000">
                                          <p:stCondLst>
                                            <p:cond delay="1668"/>
                                          </p:stCondLst>
                                        </p:cTn>
                                        <p:tgtEl>
                                          <p:spTgt spid="3">
                                            <p:txEl>
                                              <p:pRg st="0" end="0"/>
                                            </p:txEl>
                                          </p:spTgt>
                                        </p:tgtEl>
                                      </p:cBhvr>
                                      <p:to x="100000" y="100000"/>
                                    </p:animScale>
                                    <p:animScale>
                                      <p:cBhvr>
                                        <p:cTn id="23" dur="26">
                                          <p:stCondLst>
                                            <p:cond delay="1808"/>
                                          </p:stCondLst>
                                        </p:cTn>
                                        <p:tgtEl>
                                          <p:spTgt spid="3">
                                            <p:txEl>
                                              <p:pRg st="0" end="0"/>
                                            </p:txEl>
                                          </p:spTgt>
                                        </p:tgtEl>
                                      </p:cBhvr>
                                      <p:to x="100000" y="95000"/>
                                    </p:animScale>
                                    <p:animScale>
                                      <p:cBhvr>
                                        <p:cTn id="24" dur="166" decel="50000">
                                          <p:stCondLst>
                                            <p:cond delay="1834"/>
                                          </p:stCondLst>
                                        </p:cTn>
                                        <p:tgtEl>
                                          <p:spTgt spid="3">
                                            <p:txEl>
                                              <p:pRg st="0" end="0"/>
                                            </p:txEl>
                                          </p:spTgt>
                                        </p:tgtEl>
                                      </p:cBhvr>
                                      <p:to x="100000" y="100000"/>
                                    </p:animScale>
                                  </p:childTnLst>
                                </p:cTn>
                              </p:par>
                            </p:childTnLst>
                          </p:cTn>
                        </p:par>
                        <p:par>
                          <p:cTn id="25" fill="hold">
                            <p:stCondLst>
                              <p:cond delay="4000"/>
                            </p:stCondLst>
                            <p:childTnLst>
                              <p:par>
                                <p:cTn id="26" presetID="26" presetClass="entr" presetSubtype="0" fill="hold" nodeType="after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wipe(down)">
                                      <p:cBhvr>
                                        <p:cTn id="28" dur="580">
                                          <p:stCondLst>
                                            <p:cond delay="0"/>
                                          </p:stCondLst>
                                        </p:cTn>
                                        <p:tgtEl>
                                          <p:spTgt spid="3">
                                            <p:txEl>
                                              <p:pRg st="2" end="2"/>
                                            </p:txEl>
                                          </p:spTgt>
                                        </p:tgtEl>
                                      </p:cBhvr>
                                    </p:animEffect>
                                    <p:anim calcmode="lin" valueType="num">
                                      <p:cBhvr>
                                        <p:cTn id="29"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30"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31"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32"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33"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34" dur="26">
                                          <p:stCondLst>
                                            <p:cond delay="650"/>
                                          </p:stCondLst>
                                        </p:cTn>
                                        <p:tgtEl>
                                          <p:spTgt spid="3">
                                            <p:txEl>
                                              <p:pRg st="2" end="2"/>
                                            </p:txEl>
                                          </p:spTgt>
                                        </p:tgtEl>
                                      </p:cBhvr>
                                      <p:to x="100000" y="60000"/>
                                    </p:animScale>
                                    <p:animScale>
                                      <p:cBhvr>
                                        <p:cTn id="35" dur="166" decel="50000">
                                          <p:stCondLst>
                                            <p:cond delay="676"/>
                                          </p:stCondLst>
                                        </p:cTn>
                                        <p:tgtEl>
                                          <p:spTgt spid="3">
                                            <p:txEl>
                                              <p:pRg st="2" end="2"/>
                                            </p:txEl>
                                          </p:spTgt>
                                        </p:tgtEl>
                                      </p:cBhvr>
                                      <p:to x="100000" y="100000"/>
                                    </p:animScale>
                                    <p:animScale>
                                      <p:cBhvr>
                                        <p:cTn id="36" dur="26">
                                          <p:stCondLst>
                                            <p:cond delay="1312"/>
                                          </p:stCondLst>
                                        </p:cTn>
                                        <p:tgtEl>
                                          <p:spTgt spid="3">
                                            <p:txEl>
                                              <p:pRg st="2" end="2"/>
                                            </p:txEl>
                                          </p:spTgt>
                                        </p:tgtEl>
                                      </p:cBhvr>
                                      <p:to x="100000" y="80000"/>
                                    </p:animScale>
                                    <p:animScale>
                                      <p:cBhvr>
                                        <p:cTn id="37" dur="166" decel="50000">
                                          <p:stCondLst>
                                            <p:cond delay="1338"/>
                                          </p:stCondLst>
                                        </p:cTn>
                                        <p:tgtEl>
                                          <p:spTgt spid="3">
                                            <p:txEl>
                                              <p:pRg st="2" end="2"/>
                                            </p:txEl>
                                          </p:spTgt>
                                        </p:tgtEl>
                                      </p:cBhvr>
                                      <p:to x="100000" y="100000"/>
                                    </p:animScale>
                                    <p:animScale>
                                      <p:cBhvr>
                                        <p:cTn id="38" dur="26">
                                          <p:stCondLst>
                                            <p:cond delay="1642"/>
                                          </p:stCondLst>
                                        </p:cTn>
                                        <p:tgtEl>
                                          <p:spTgt spid="3">
                                            <p:txEl>
                                              <p:pRg st="2" end="2"/>
                                            </p:txEl>
                                          </p:spTgt>
                                        </p:tgtEl>
                                      </p:cBhvr>
                                      <p:to x="100000" y="90000"/>
                                    </p:animScale>
                                    <p:animScale>
                                      <p:cBhvr>
                                        <p:cTn id="39" dur="166" decel="50000">
                                          <p:stCondLst>
                                            <p:cond delay="1668"/>
                                          </p:stCondLst>
                                        </p:cTn>
                                        <p:tgtEl>
                                          <p:spTgt spid="3">
                                            <p:txEl>
                                              <p:pRg st="2" end="2"/>
                                            </p:txEl>
                                          </p:spTgt>
                                        </p:tgtEl>
                                      </p:cBhvr>
                                      <p:to x="100000" y="100000"/>
                                    </p:animScale>
                                    <p:animScale>
                                      <p:cBhvr>
                                        <p:cTn id="40" dur="26">
                                          <p:stCondLst>
                                            <p:cond delay="1808"/>
                                          </p:stCondLst>
                                        </p:cTn>
                                        <p:tgtEl>
                                          <p:spTgt spid="3">
                                            <p:txEl>
                                              <p:pRg st="2" end="2"/>
                                            </p:txEl>
                                          </p:spTgt>
                                        </p:tgtEl>
                                      </p:cBhvr>
                                      <p:to x="100000" y="95000"/>
                                    </p:animScale>
                                    <p:animScale>
                                      <p:cBhvr>
                                        <p:cTn id="41" dur="166" decel="50000">
                                          <p:stCondLst>
                                            <p:cond delay="1834"/>
                                          </p:stCondLst>
                                        </p:cTn>
                                        <p:tgtEl>
                                          <p:spTgt spid="3">
                                            <p:txEl>
                                              <p:pRg st="2" end="2"/>
                                            </p:txEl>
                                          </p:spTgt>
                                        </p:tgtEl>
                                      </p:cBhvr>
                                      <p:to x="100000" y="100000"/>
                                    </p:animScale>
                                  </p:childTnLst>
                                </p:cTn>
                              </p:par>
                            </p:childTnLst>
                          </p:cTn>
                        </p:par>
                        <p:par>
                          <p:cTn id="42" fill="hold">
                            <p:stCondLst>
                              <p:cond delay="6000"/>
                            </p:stCondLst>
                            <p:childTnLst>
                              <p:par>
                                <p:cTn id="43" presetID="26" presetClass="entr" presetSubtype="0" fill="hold" nodeType="afterEffect">
                                  <p:stCondLst>
                                    <p:cond delay="0"/>
                                  </p:stCondLst>
                                  <p:childTnLst>
                                    <p:set>
                                      <p:cBhvr>
                                        <p:cTn id="44" dur="1" fill="hold">
                                          <p:stCondLst>
                                            <p:cond delay="0"/>
                                          </p:stCondLst>
                                        </p:cTn>
                                        <p:tgtEl>
                                          <p:spTgt spid="3">
                                            <p:txEl>
                                              <p:pRg st="3" end="3"/>
                                            </p:txEl>
                                          </p:spTgt>
                                        </p:tgtEl>
                                        <p:attrNameLst>
                                          <p:attrName>style.visibility</p:attrName>
                                        </p:attrNameLst>
                                      </p:cBhvr>
                                      <p:to>
                                        <p:strVal val="visible"/>
                                      </p:to>
                                    </p:set>
                                    <p:animEffect transition="in" filter="wipe(down)">
                                      <p:cBhvr>
                                        <p:cTn id="45" dur="580">
                                          <p:stCondLst>
                                            <p:cond delay="0"/>
                                          </p:stCondLst>
                                        </p:cTn>
                                        <p:tgtEl>
                                          <p:spTgt spid="3">
                                            <p:txEl>
                                              <p:pRg st="3" end="3"/>
                                            </p:txEl>
                                          </p:spTgt>
                                        </p:tgtEl>
                                      </p:cBhvr>
                                    </p:animEffect>
                                    <p:anim calcmode="lin" valueType="num">
                                      <p:cBhvr>
                                        <p:cTn id="46"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47"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48"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49"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50"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51" dur="26">
                                          <p:stCondLst>
                                            <p:cond delay="650"/>
                                          </p:stCondLst>
                                        </p:cTn>
                                        <p:tgtEl>
                                          <p:spTgt spid="3">
                                            <p:txEl>
                                              <p:pRg st="3" end="3"/>
                                            </p:txEl>
                                          </p:spTgt>
                                        </p:tgtEl>
                                      </p:cBhvr>
                                      <p:to x="100000" y="60000"/>
                                    </p:animScale>
                                    <p:animScale>
                                      <p:cBhvr>
                                        <p:cTn id="52" dur="166" decel="50000">
                                          <p:stCondLst>
                                            <p:cond delay="676"/>
                                          </p:stCondLst>
                                        </p:cTn>
                                        <p:tgtEl>
                                          <p:spTgt spid="3">
                                            <p:txEl>
                                              <p:pRg st="3" end="3"/>
                                            </p:txEl>
                                          </p:spTgt>
                                        </p:tgtEl>
                                      </p:cBhvr>
                                      <p:to x="100000" y="100000"/>
                                    </p:animScale>
                                    <p:animScale>
                                      <p:cBhvr>
                                        <p:cTn id="53" dur="26">
                                          <p:stCondLst>
                                            <p:cond delay="1312"/>
                                          </p:stCondLst>
                                        </p:cTn>
                                        <p:tgtEl>
                                          <p:spTgt spid="3">
                                            <p:txEl>
                                              <p:pRg st="3" end="3"/>
                                            </p:txEl>
                                          </p:spTgt>
                                        </p:tgtEl>
                                      </p:cBhvr>
                                      <p:to x="100000" y="80000"/>
                                    </p:animScale>
                                    <p:animScale>
                                      <p:cBhvr>
                                        <p:cTn id="54" dur="166" decel="50000">
                                          <p:stCondLst>
                                            <p:cond delay="1338"/>
                                          </p:stCondLst>
                                        </p:cTn>
                                        <p:tgtEl>
                                          <p:spTgt spid="3">
                                            <p:txEl>
                                              <p:pRg st="3" end="3"/>
                                            </p:txEl>
                                          </p:spTgt>
                                        </p:tgtEl>
                                      </p:cBhvr>
                                      <p:to x="100000" y="100000"/>
                                    </p:animScale>
                                    <p:animScale>
                                      <p:cBhvr>
                                        <p:cTn id="55" dur="26">
                                          <p:stCondLst>
                                            <p:cond delay="1642"/>
                                          </p:stCondLst>
                                        </p:cTn>
                                        <p:tgtEl>
                                          <p:spTgt spid="3">
                                            <p:txEl>
                                              <p:pRg st="3" end="3"/>
                                            </p:txEl>
                                          </p:spTgt>
                                        </p:tgtEl>
                                      </p:cBhvr>
                                      <p:to x="100000" y="90000"/>
                                    </p:animScale>
                                    <p:animScale>
                                      <p:cBhvr>
                                        <p:cTn id="56" dur="166" decel="50000">
                                          <p:stCondLst>
                                            <p:cond delay="1668"/>
                                          </p:stCondLst>
                                        </p:cTn>
                                        <p:tgtEl>
                                          <p:spTgt spid="3">
                                            <p:txEl>
                                              <p:pRg st="3" end="3"/>
                                            </p:txEl>
                                          </p:spTgt>
                                        </p:tgtEl>
                                      </p:cBhvr>
                                      <p:to x="100000" y="100000"/>
                                    </p:animScale>
                                    <p:animScale>
                                      <p:cBhvr>
                                        <p:cTn id="57" dur="26">
                                          <p:stCondLst>
                                            <p:cond delay="1808"/>
                                          </p:stCondLst>
                                        </p:cTn>
                                        <p:tgtEl>
                                          <p:spTgt spid="3">
                                            <p:txEl>
                                              <p:pRg st="3" end="3"/>
                                            </p:txEl>
                                          </p:spTgt>
                                        </p:tgtEl>
                                      </p:cBhvr>
                                      <p:to x="100000" y="95000"/>
                                    </p:animScale>
                                    <p:animScale>
                                      <p:cBhvr>
                                        <p:cTn id="58" dur="166" decel="50000">
                                          <p:stCondLst>
                                            <p:cond delay="1834"/>
                                          </p:stCondLst>
                                        </p:cTn>
                                        <p:tgtEl>
                                          <p:spTgt spid="3">
                                            <p:txEl>
                                              <p:pRg st="3" end="3"/>
                                            </p:txEl>
                                          </p:spTgt>
                                        </p:tgtEl>
                                      </p:cBhvr>
                                      <p:to x="100000" y="100000"/>
                                    </p:animScale>
                                  </p:childTnLst>
                                </p:cTn>
                              </p:par>
                            </p:childTnLst>
                          </p:cTn>
                        </p:par>
                        <p:par>
                          <p:cTn id="59" fill="hold">
                            <p:stCondLst>
                              <p:cond delay="8000"/>
                            </p:stCondLst>
                            <p:childTnLst>
                              <p:par>
                                <p:cTn id="60" presetID="26" presetClass="entr" presetSubtype="0" fill="hold" nodeType="afterEffect">
                                  <p:stCondLst>
                                    <p:cond delay="0"/>
                                  </p:stCondLst>
                                  <p:childTnLst>
                                    <p:set>
                                      <p:cBhvr>
                                        <p:cTn id="61" dur="1" fill="hold">
                                          <p:stCondLst>
                                            <p:cond delay="0"/>
                                          </p:stCondLst>
                                        </p:cTn>
                                        <p:tgtEl>
                                          <p:spTgt spid="3">
                                            <p:txEl>
                                              <p:pRg st="4" end="4"/>
                                            </p:txEl>
                                          </p:spTgt>
                                        </p:tgtEl>
                                        <p:attrNameLst>
                                          <p:attrName>style.visibility</p:attrName>
                                        </p:attrNameLst>
                                      </p:cBhvr>
                                      <p:to>
                                        <p:strVal val="visible"/>
                                      </p:to>
                                    </p:set>
                                    <p:animEffect transition="in" filter="wipe(down)">
                                      <p:cBhvr>
                                        <p:cTn id="62" dur="580">
                                          <p:stCondLst>
                                            <p:cond delay="0"/>
                                          </p:stCondLst>
                                        </p:cTn>
                                        <p:tgtEl>
                                          <p:spTgt spid="3">
                                            <p:txEl>
                                              <p:pRg st="4" end="4"/>
                                            </p:txEl>
                                          </p:spTgt>
                                        </p:tgtEl>
                                      </p:cBhvr>
                                    </p:animEffect>
                                    <p:anim calcmode="lin" valueType="num">
                                      <p:cBhvr>
                                        <p:cTn id="63"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64"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65"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66"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67"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68" dur="26">
                                          <p:stCondLst>
                                            <p:cond delay="650"/>
                                          </p:stCondLst>
                                        </p:cTn>
                                        <p:tgtEl>
                                          <p:spTgt spid="3">
                                            <p:txEl>
                                              <p:pRg st="4" end="4"/>
                                            </p:txEl>
                                          </p:spTgt>
                                        </p:tgtEl>
                                      </p:cBhvr>
                                      <p:to x="100000" y="60000"/>
                                    </p:animScale>
                                    <p:animScale>
                                      <p:cBhvr>
                                        <p:cTn id="69" dur="166" decel="50000">
                                          <p:stCondLst>
                                            <p:cond delay="676"/>
                                          </p:stCondLst>
                                        </p:cTn>
                                        <p:tgtEl>
                                          <p:spTgt spid="3">
                                            <p:txEl>
                                              <p:pRg st="4" end="4"/>
                                            </p:txEl>
                                          </p:spTgt>
                                        </p:tgtEl>
                                      </p:cBhvr>
                                      <p:to x="100000" y="100000"/>
                                    </p:animScale>
                                    <p:animScale>
                                      <p:cBhvr>
                                        <p:cTn id="70" dur="26">
                                          <p:stCondLst>
                                            <p:cond delay="1312"/>
                                          </p:stCondLst>
                                        </p:cTn>
                                        <p:tgtEl>
                                          <p:spTgt spid="3">
                                            <p:txEl>
                                              <p:pRg st="4" end="4"/>
                                            </p:txEl>
                                          </p:spTgt>
                                        </p:tgtEl>
                                      </p:cBhvr>
                                      <p:to x="100000" y="80000"/>
                                    </p:animScale>
                                    <p:animScale>
                                      <p:cBhvr>
                                        <p:cTn id="71" dur="166" decel="50000">
                                          <p:stCondLst>
                                            <p:cond delay="1338"/>
                                          </p:stCondLst>
                                        </p:cTn>
                                        <p:tgtEl>
                                          <p:spTgt spid="3">
                                            <p:txEl>
                                              <p:pRg st="4" end="4"/>
                                            </p:txEl>
                                          </p:spTgt>
                                        </p:tgtEl>
                                      </p:cBhvr>
                                      <p:to x="100000" y="100000"/>
                                    </p:animScale>
                                    <p:animScale>
                                      <p:cBhvr>
                                        <p:cTn id="72" dur="26">
                                          <p:stCondLst>
                                            <p:cond delay="1642"/>
                                          </p:stCondLst>
                                        </p:cTn>
                                        <p:tgtEl>
                                          <p:spTgt spid="3">
                                            <p:txEl>
                                              <p:pRg st="4" end="4"/>
                                            </p:txEl>
                                          </p:spTgt>
                                        </p:tgtEl>
                                      </p:cBhvr>
                                      <p:to x="100000" y="90000"/>
                                    </p:animScale>
                                    <p:animScale>
                                      <p:cBhvr>
                                        <p:cTn id="73" dur="166" decel="50000">
                                          <p:stCondLst>
                                            <p:cond delay="1668"/>
                                          </p:stCondLst>
                                        </p:cTn>
                                        <p:tgtEl>
                                          <p:spTgt spid="3">
                                            <p:txEl>
                                              <p:pRg st="4" end="4"/>
                                            </p:txEl>
                                          </p:spTgt>
                                        </p:tgtEl>
                                      </p:cBhvr>
                                      <p:to x="100000" y="100000"/>
                                    </p:animScale>
                                    <p:animScale>
                                      <p:cBhvr>
                                        <p:cTn id="74" dur="26">
                                          <p:stCondLst>
                                            <p:cond delay="1808"/>
                                          </p:stCondLst>
                                        </p:cTn>
                                        <p:tgtEl>
                                          <p:spTgt spid="3">
                                            <p:txEl>
                                              <p:pRg st="4" end="4"/>
                                            </p:txEl>
                                          </p:spTgt>
                                        </p:tgtEl>
                                      </p:cBhvr>
                                      <p:to x="100000" y="95000"/>
                                    </p:animScale>
                                    <p:animScale>
                                      <p:cBhvr>
                                        <p:cTn id="75" dur="166" decel="50000">
                                          <p:stCondLst>
                                            <p:cond delay="1834"/>
                                          </p:stCondLst>
                                        </p:cTn>
                                        <p:tgtEl>
                                          <p:spTgt spid="3">
                                            <p:txEl>
                                              <p:pRg st="4" end="4"/>
                                            </p:txEl>
                                          </p:spTgt>
                                        </p:tgtEl>
                                      </p:cBhvr>
                                      <p:to x="100000" y="100000"/>
                                    </p:animScale>
                                  </p:childTnLst>
                                </p:cTn>
                              </p:par>
                            </p:childTnLst>
                          </p:cTn>
                        </p:par>
                        <p:par>
                          <p:cTn id="76" fill="hold">
                            <p:stCondLst>
                              <p:cond delay="10000"/>
                            </p:stCondLst>
                            <p:childTnLst>
                              <p:par>
                                <p:cTn id="77" presetID="26" presetClass="entr" presetSubtype="0" fill="hold" nodeType="afterEffect">
                                  <p:stCondLst>
                                    <p:cond delay="0"/>
                                  </p:stCondLst>
                                  <p:childTnLst>
                                    <p:set>
                                      <p:cBhvr>
                                        <p:cTn id="78" dur="1" fill="hold">
                                          <p:stCondLst>
                                            <p:cond delay="0"/>
                                          </p:stCondLst>
                                        </p:cTn>
                                        <p:tgtEl>
                                          <p:spTgt spid="3">
                                            <p:txEl>
                                              <p:pRg st="5" end="5"/>
                                            </p:txEl>
                                          </p:spTgt>
                                        </p:tgtEl>
                                        <p:attrNameLst>
                                          <p:attrName>style.visibility</p:attrName>
                                        </p:attrNameLst>
                                      </p:cBhvr>
                                      <p:to>
                                        <p:strVal val="visible"/>
                                      </p:to>
                                    </p:set>
                                    <p:animEffect transition="in" filter="wipe(down)">
                                      <p:cBhvr>
                                        <p:cTn id="79" dur="580">
                                          <p:stCondLst>
                                            <p:cond delay="0"/>
                                          </p:stCondLst>
                                        </p:cTn>
                                        <p:tgtEl>
                                          <p:spTgt spid="3">
                                            <p:txEl>
                                              <p:pRg st="5" end="5"/>
                                            </p:txEl>
                                          </p:spTgt>
                                        </p:tgtEl>
                                      </p:cBhvr>
                                    </p:animEffect>
                                    <p:anim calcmode="lin" valueType="num">
                                      <p:cBhvr>
                                        <p:cTn id="80" dur="1822" tmFilter="0,0; 0.14,0.36; 0.43,0.73; 0.71,0.91; 1.0,1.0">
                                          <p:stCondLst>
                                            <p:cond delay="0"/>
                                          </p:stCondLst>
                                        </p:cTn>
                                        <p:tgtEl>
                                          <p:spTgt spid="3">
                                            <p:txEl>
                                              <p:pRg st="5" end="5"/>
                                            </p:txEl>
                                          </p:spTgt>
                                        </p:tgtEl>
                                        <p:attrNameLst>
                                          <p:attrName>ppt_x</p:attrName>
                                        </p:attrNameLst>
                                      </p:cBhvr>
                                      <p:tavLst>
                                        <p:tav tm="0">
                                          <p:val>
                                            <p:strVal val="#ppt_x-0.25"/>
                                          </p:val>
                                        </p:tav>
                                        <p:tav tm="100000">
                                          <p:val>
                                            <p:strVal val="#ppt_x"/>
                                          </p:val>
                                        </p:tav>
                                      </p:tavLst>
                                    </p:anim>
                                    <p:anim calcmode="lin" valueType="num">
                                      <p:cBhvr>
                                        <p:cTn id="81" dur="664" tmFilter="0.0,0.0; 0.25,0.07; 0.50,0.2; 0.75,0.467; 1.0,1.0">
                                          <p:stCondLst>
                                            <p:cond delay="0"/>
                                          </p:stCondLst>
                                        </p:cTn>
                                        <p:tgtEl>
                                          <p:spTgt spid="3">
                                            <p:txEl>
                                              <p:pRg st="5" end="5"/>
                                            </p:txEl>
                                          </p:spTgt>
                                        </p:tgtEl>
                                        <p:attrNameLst>
                                          <p:attrName>ppt_y</p:attrName>
                                        </p:attrNameLst>
                                      </p:cBhvr>
                                      <p:tavLst>
                                        <p:tav tm="0" fmla="#ppt_y-sin(pi*$)/3">
                                          <p:val>
                                            <p:fltVal val="0.5"/>
                                          </p:val>
                                        </p:tav>
                                        <p:tav tm="100000">
                                          <p:val>
                                            <p:fltVal val="1"/>
                                          </p:val>
                                        </p:tav>
                                      </p:tavLst>
                                    </p:anim>
                                    <p:anim calcmode="lin" valueType="num">
                                      <p:cBhvr>
                                        <p:cTn id="82" dur="664" tmFilter="0, 0; 0.125,0.2665; 0.25,0.4; 0.375,0.465; 0.5,0.5;  0.625,0.535; 0.75,0.6; 0.875,0.7335; 1,1">
                                          <p:stCondLst>
                                            <p:cond delay="664"/>
                                          </p:stCondLst>
                                        </p:cTn>
                                        <p:tgtEl>
                                          <p:spTgt spid="3">
                                            <p:txEl>
                                              <p:pRg st="5" end="5"/>
                                            </p:txEl>
                                          </p:spTgt>
                                        </p:tgtEl>
                                        <p:attrNameLst>
                                          <p:attrName>ppt_y</p:attrName>
                                        </p:attrNameLst>
                                      </p:cBhvr>
                                      <p:tavLst>
                                        <p:tav tm="0" fmla="#ppt_y-sin(pi*$)/9">
                                          <p:val>
                                            <p:fltVal val="0"/>
                                          </p:val>
                                        </p:tav>
                                        <p:tav tm="100000">
                                          <p:val>
                                            <p:fltVal val="1"/>
                                          </p:val>
                                        </p:tav>
                                      </p:tavLst>
                                    </p:anim>
                                    <p:anim calcmode="lin" valueType="num">
                                      <p:cBhvr>
                                        <p:cTn id="83" dur="332" tmFilter="0, 0; 0.125,0.2665; 0.25,0.4; 0.375,0.465; 0.5,0.5;  0.625,0.535; 0.75,0.6; 0.875,0.7335; 1,1">
                                          <p:stCondLst>
                                            <p:cond delay="1324"/>
                                          </p:stCondLst>
                                        </p:cTn>
                                        <p:tgtEl>
                                          <p:spTgt spid="3">
                                            <p:txEl>
                                              <p:pRg st="5" end="5"/>
                                            </p:txEl>
                                          </p:spTgt>
                                        </p:tgtEl>
                                        <p:attrNameLst>
                                          <p:attrName>ppt_y</p:attrName>
                                        </p:attrNameLst>
                                      </p:cBhvr>
                                      <p:tavLst>
                                        <p:tav tm="0" fmla="#ppt_y-sin(pi*$)/27">
                                          <p:val>
                                            <p:fltVal val="0"/>
                                          </p:val>
                                        </p:tav>
                                        <p:tav tm="100000">
                                          <p:val>
                                            <p:fltVal val="1"/>
                                          </p:val>
                                        </p:tav>
                                      </p:tavLst>
                                    </p:anim>
                                    <p:anim calcmode="lin" valueType="num">
                                      <p:cBhvr>
                                        <p:cTn id="84" dur="164" tmFilter="0, 0; 0.125,0.2665; 0.25,0.4; 0.375,0.465; 0.5,0.5;  0.625,0.535; 0.75,0.6; 0.875,0.7335; 1,1">
                                          <p:stCondLst>
                                            <p:cond delay="1656"/>
                                          </p:stCondLst>
                                        </p:cTn>
                                        <p:tgtEl>
                                          <p:spTgt spid="3">
                                            <p:txEl>
                                              <p:pRg st="5" end="5"/>
                                            </p:txEl>
                                          </p:spTgt>
                                        </p:tgtEl>
                                        <p:attrNameLst>
                                          <p:attrName>ppt_y</p:attrName>
                                        </p:attrNameLst>
                                      </p:cBhvr>
                                      <p:tavLst>
                                        <p:tav tm="0" fmla="#ppt_y-sin(pi*$)/81">
                                          <p:val>
                                            <p:fltVal val="0"/>
                                          </p:val>
                                        </p:tav>
                                        <p:tav tm="100000">
                                          <p:val>
                                            <p:fltVal val="1"/>
                                          </p:val>
                                        </p:tav>
                                      </p:tavLst>
                                    </p:anim>
                                    <p:animScale>
                                      <p:cBhvr>
                                        <p:cTn id="85" dur="26">
                                          <p:stCondLst>
                                            <p:cond delay="650"/>
                                          </p:stCondLst>
                                        </p:cTn>
                                        <p:tgtEl>
                                          <p:spTgt spid="3">
                                            <p:txEl>
                                              <p:pRg st="5" end="5"/>
                                            </p:txEl>
                                          </p:spTgt>
                                        </p:tgtEl>
                                      </p:cBhvr>
                                      <p:to x="100000" y="60000"/>
                                    </p:animScale>
                                    <p:animScale>
                                      <p:cBhvr>
                                        <p:cTn id="86" dur="166" decel="50000">
                                          <p:stCondLst>
                                            <p:cond delay="676"/>
                                          </p:stCondLst>
                                        </p:cTn>
                                        <p:tgtEl>
                                          <p:spTgt spid="3">
                                            <p:txEl>
                                              <p:pRg st="5" end="5"/>
                                            </p:txEl>
                                          </p:spTgt>
                                        </p:tgtEl>
                                      </p:cBhvr>
                                      <p:to x="100000" y="100000"/>
                                    </p:animScale>
                                    <p:animScale>
                                      <p:cBhvr>
                                        <p:cTn id="87" dur="26">
                                          <p:stCondLst>
                                            <p:cond delay="1312"/>
                                          </p:stCondLst>
                                        </p:cTn>
                                        <p:tgtEl>
                                          <p:spTgt spid="3">
                                            <p:txEl>
                                              <p:pRg st="5" end="5"/>
                                            </p:txEl>
                                          </p:spTgt>
                                        </p:tgtEl>
                                      </p:cBhvr>
                                      <p:to x="100000" y="80000"/>
                                    </p:animScale>
                                    <p:animScale>
                                      <p:cBhvr>
                                        <p:cTn id="88" dur="166" decel="50000">
                                          <p:stCondLst>
                                            <p:cond delay="1338"/>
                                          </p:stCondLst>
                                        </p:cTn>
                                        <p:tgtEl>
                                          <p:spTgt spid="3">
                                            <p:txEl>
                                              <p:pRg st="5" end="5"/>
                                            </p:txEl>
                                          </p:spTgt>
                                        </p:tgtEl>
                                      </p:cBhvr>
                                      <p:to x="100000" y="100000"/>
                                    </p:animScale>
                                    <p:animScale>
                                      <p:cBhvr>
                                        <p:cTn id="89" dur="26">
                                          <p:stCondLst>
                                            <p:cond delay="1642"/>
                                          </p:stCondLst>
                                        </p:cTn>
                                        <p:tgtEl>
                                          <p:spTgt spid="3">
                                            <p:txEl>
                                              <p:pRg st="5" end="5"/>
                                            </p:txEl>
                                          </p:spTgt>
                                        </p:tgtEl>
                                      </p:cBhvr>
                                      <p:to x="100000" y="90000"/>
                                    </p:animScale>
                                    <p:animScale>
                                      <p:cBhvr>
                                        <p:cTn id="90" dur="166" decel="50000">
                                          <p:stCondLst>
                                            <p:cond delay="1668"/>
                                          </p:stCondLst>
                                        </p:cTn>
                                        <p:tgtEl>
                                          <p:spTgt spid="3">
                                            <p:txEl>
                                              <p:pRg st="5" end="5"/>
                                            </p:txEl>
                                          </p:spTgt>
                                        </p:tgtEl>
                                      </p:cBhvr>
                                      <p:to x="100000" y="100000"/>
                                    </p:animScale>
                                    <p:animScale>
                                      <p:cBhvr>
                                        <p:cTn id="91" dur="26">
                                          <p:stCondLst>
                                            <p:cond delay="1808"/>
                                          </p:stCondLst>
                                        </p:cTn>
                                        <p:tgtEl>
                                          <p:spTgt spid="3">
                                            <p:txEl>
                                              <p:pRg st="5" end="5"/>
                                            </p:txEl>
                                          </p:spTgt>
                                        </p:tgtEl>
                                      </p:cBhvr>
                                      <p:to x="100000" y="95000"/>
                                    </p:animScale>
                                    <p:animScale>
                                      <p:cBhvr>
                                        <p:cTn id="92" dur="166" decel="50000">
                                          <p:stCondLst>
                                            <p:cond delay="1834"/>
                                          </p:stCondLst>
                                        </p:cTn>
                                        <p:tgtEl>
                                          <p:spTgt spid="3">
                                            <p:txEl>
                                              <p:pRg st="5" end="5"/>
                                            </p:txEl>
                                          </p:spTgt>
                                        </p:tgtEl>
                                      </p:cBhvr>
                                      <p:to x="100000" y="100000"/>
                                    </p:animScale>
                                  </p:childTnLst>
                                </p:cTn>
                              </p:par>
                            </p:childTnLst>
                          </p:cTn>
                        </p:par>
                        <p:par>
                          <p:cTn id="93" fill="hold">
                            <p:stCondLst>
                              <p:cond delay="12000"/>
                            </p:stCondLst>
                            <p:childTnLst>
                              <p:par>
                                <p:cTn id="94" presetID="26" presetClass="entr" presetSubtype="0" fill="hold" nodeType="afterEffect">
                                  <p:stCondLst>
                                    <p:cond delay="0"/>
                                  </p:stCondLst>
                                  <p:childTnLst>
                                    <p:set>
                                      <p:cBhvr>
                                        <p:cTn id="95" dur="1" fill="hold">
                                          <p:stCondLst>
                                            <p:cond delay="0"/>
                                          </p:stCondLst>
                                        </p:cTn>
                                        <p:tgtEl>
                                          <p:spTgt spid="3">
                                            <p:txEl>
                                              <p:pRg st="6" end="6"/>
                                            </p:txEl>
                                          </p:spTgt>
                                        </p:tgtEl>
                                        <p:attrNameLst>
                                          <p:attrName>style.visibility</p:attrName>
                                        </p:attrNameLst>
                                      </p:cBhvr>
                                      <p:to>
                                        <p:strVal val="visible"/>
                                      </p:to>
                                    </p:set>
                                    <p:animEffect transition="in" filter="wipe(down)">
                                      <p:cBhvr>
                                        <p:cTn id="96" dur="580">
                                          <p:stCondLst>
                                            <p:cond delay="0"/>
                                          </p:stCondLst>
                                        </p:cTn>
                                        <p:tgtEl>
                                          <p:spTgt spid="3">
                                            <p:txEl>
                                              <p:pRg st="6" end="6"/>
                                            </p:txEl>
                                          </p:spTgt>
                                        </p:tgtEl>
                                      </p:cBhvr>
                                    </p:animEffect>
                                    <p:anim calcmode="lin" valueType="num">
                                      <p:cBhvr>
                                        <p:cTn id="97" dur="1822" tmFilter="0,0; 0.14,0.36; 0.43,0.73; 0.71,0.91; 1.0,1.0">
                                          <p:stCondLst>
                                            <p:cond delay="0"/>
                                          </p:stCondLst>
                                        </p:cTn>
                                        <p:tgtEl>
                                          <p:spTgt spid="3">
                                            <p:txEl>
                                              <p:pRg st="6" end="6"/>
                                            </p:txEl>
                                          </p:spTgt>
                                        </p:tgtEl>
                                        <p:attrNameLst>
                                          <p:attrName>ppt_x</p:attrName>
                                        </p:attrNameLst>
                                      </p:cBhvr>
                                      <p:tavLst>
                                        <p:tav tm="0">
                                          <p:val>
                                            <p:strVal val="#ppt_x-0.25"/>
                                          </p:val>
                                        </p:tav>
                                        <p:tav tm="100000">
                                          <p:val>
                                            <p:strVal val="#ppt_x"/>
                                          </p:val>
                                        </p:tav>
                                      </p:tavLst>
                                    </p:anim>
                                    <p:anim calcmode="lin" valueType="num">
                                      <p:cBhvr>
                                        <p:cTn id="98" dur="664" tmFilter="0.0,0.0; 0.25,0.07; 0.50,0.2; 0.75,0.467; 1.0,1.0">
                                          <p:stCondLst>
                                            <p:cond delay="0"/>
                                          </p:stCondLst>
                                        </p:cTn>
                                        <p:tgtEl>
                                          <p:spTgt spid="3">
                                            <p:txEl>
                                              <p:pRg st="6" end="6"/>
                                            </p:txEl>
                                          </p:spTgt>
                                        </p:tgtEl>
                                        <p:attrNameLst>
                                          <p:attrName>ppt_y</p:attrName>
                                        </p:attrNameLst>
                                      </p:cBhvr>
                                      <p:tavLst>
                                        <p:tav tm="0" fmla="#ppt_y-sin(pi*$)/3">
                                          <p:val>
                                            <p:fltVal val="0.5"/>
                                          </p:val>
                                        </p:tav>
                                        <p:tav tm="100000">
                                          <p:val>
                                            <p:fltVal val="1"/>
                                          </p:val>
                                        </p:tav>
                                      </p:tavLst>
                                    </p:anim>
                                    <p:anim calcmode="lin" valueType="num">
                                      <p:cBhvr>
                                        <p:cTn id="99" dur="664" tmFilter="0, 0; 0.125,0.2665; 0.25,0.4; 0.375,0.465; 0.5,0.5;  0.625,0.535; 0.75,0.6; 0.875,0.7335; 1,1">
                                          <p:stCondLst>
                                            <p:cond delay="664"/>
                                          </p:stCondLst>
                                        </p:cTn>
                                        <p:tgtEl>
                                          <p:spTgt spid="3">
                                            <p:txEl>
                                              <p:pRg st="6" end="6"/>
                                            </p:txEl>
                                          </p:spTgt>
                                        </p:tgtEl>
                                        <p:attrNameLst>
                                          <p:attrName>ppt_y</p:attrName>
                                        </p:attrNameLst>
                                      </p:cBhvr>
                                      <p:tavLst>
                                        <p:tav tm="0" fmla="#ppt_y-sin(pi*$)/9">
                                          <p:val>
                                            <p:fltVal val="0"/>
                                          </p:val>
                                        </p:tav>
                                        <p:tav tm="100000">
                                          <p:val>
                                            <p:fltVal val="1"/>
                                          </p:val>
                                        </p:tav>
                                      </p:tavLst>
                                    </p:anim>
                                    <p:anim calcmode="lin" valueType="num">
                                      <p:cBhvr>
                                        <p:cTn id="100" dur="332" tmFilter="0, 0; 0.125,0.2665; 0.25,0.4; 0.375,0.465; 0.5,0.5;  0.625,0.535; 0.75,0.6; 0.875,0.7335; 1,1">
                                          <p:stCondLst>
                                            <p:cond delay="1324"/>
                                          </p:stCondLst>
                                        </p:cTn>
                                        <p:tgtEl>
                                          <p:spTgt spid="3">
                                            <p:txEl>
                                              <p:pRg st="6" end="6"/>
                                            </p:txEl>
                                          </p:spTgt>
                                        </p:tgtEl>
                                        <p:attrNameLst>
                                          <p:attrName>ppt_y</p:attrName>
                                        </p:attrNameLst>
                                      </p:cBhvr>
                                      <p:tavLst>
                                        <p:tav tm="0" fmla="#ppt_y-sin(pi*$)/27">
                                          <p:val>
                                            <p:fltVal val="0"/>
                                          </p:val>
                                        </p:tav>
                                        <p:tav tm="100000">
                                          <p:val>
                                            <p:fltVal val="1"/>
                                          </p:val>
                                        </p:tav>
                                      </p:tavLst>
                                    </p:anim>
                                    <p:anim calcmode="lin" valueType="num">
                                      <p:cBhvr>
                                        <p:cTn id="101" dur="164" tmFilter="0, 0; 0.125,0.2665; 0.25,0.4; 0.375,0.465; 0.5,0.5;  0.625,0.535; 0.75,0.6; 0.875,0.7335; 1,1">
                                          <p:stCondLst>
                                            <p:cond delay="1656"/>
                                          </p:stCondLst>
                                        </p:cTn>
                                        <p:tgtEl>
                                          <p:spTgt spid="3">
                                            <p:txEl>
                                              <p:pRg st="6" end="6"/>
                                            </p:txEl>
                                          </p:spTgt>
                                        </p:tgtEl>
                                        <p:attrNameLst>
                                          <p:attrName>ppt_y</p:attrName>
                                        </p:attrNameLst>
                                      </p:cBhvr>
                                      <p:tavLst>
                                        <p:tav tm="0" fmla="#ppt_y-sin(pi*$)/81">
                                          <p:val>
                                            <p:fltVal val="0"/>
                                          </p:val>
                                        </p:tav>
                                        <p:tav tm="100000">
                                          <p:val>
                                            <p:fltVal val="1"/>
                                          </p:val>
                                        </p:tav>
                                      </p:tavLst>
                                    </p:anim>
                                    <p:animScale>
                                      <p:cBhvr>
                                        <p:cTn id="102" dur="26">
                                          <p:stCondLst>
                                            <p:cond delay="650"/>
                                          </p:stCondLst>
                                        </p:cTn>
                                        <p:tgtEl>
                                          <p:spTgt spid="3">
                                            <p:txEl>
                                              <p:pRg st="6" end="6"/>
                                            </p:txEl>
                                          </p:spTgt>
                                        </p:tgtEl>
                                      </p:cBhvr>
                                      <p:to x="100000" y="60000"/>
                                    </p:animScale>
                                    <p:animScale>
                                      <p:cBhvr>
                                        <p:cTn id="103" dur="166" decel="50000">
                                          <p:stCondLst>
                                            <p:cond delay="676"/>
                                          </p:stCondLst>
                                        </p:cTn>
                                        <p:tgtEl>
                                          <p:spTgt spid="3">
                                            <p:txEl>
                                              <p:pRg st="6" end="6"/>
                                            </p:txEl>
                                          </p:spTgt>
                                        </p:tgtEl>
                                      </p:cBhvr>
                                      <p:to x="100000" y="100000"/>
                                    </p:animScale>
                                    <p:animScale>
                                      <p:cBhvr>
                                        <p:cTn id="104" dur="26">
                                          <p:stCondLst>
                                            <p:cond delay="1312"/>
                                          </p:stCondLst>
                                        </p:cTn>
                                        <p:tgtEl>
                                          <p:spTgt spid="3">
                                            <p:txEl>
                                              <p:pRg st="6" end="6"/>
                                            </p:txEl>
                                          </p:spTgt>
                                        </p:tgtEl>
                                      </p:cBhvr>
                                      <p:to x="100000" y="80000"/>
                                    </p:animScale>
                                    <p:animScale>
                                      <p:cBhvr>
                                        <p:cTn id="105" dur="166" decel="50000">
                                          <p:stCondLst>
                                            <p:cond delay="1338"/>
                                          </p:stCondLst>
                                        </p:cTn>
                                        <p:tgtEl>
                                          <p:spTgt spid="3">
                                            <p:txEl>
                                              <p:pRg st="6" end="6"/>
                                            </p:txEl>
                                          </p:spTgt>
                                        </p:tgtEl>
                                      </p:cBhvr>
                                      <p:to x="100000" y="100000"/>
                                    </p:animScale>
                                    <p:animScale>
                                      <p:cBhvr>
                                        <p:cTn id="106" dur="26">
                                          <p:stCondLst>
                                            <p:cond delay="1642"/>
                                          </p:stCondLst>
                                        </p:cTn>
                                        <p:tgtEl>
                                          <p:spTgt spid="3">
                                            <p:txEl>
                                              <p:pRg st="6" end="6"/>
                                            </p:txEl>
                                          </p:spTgt>
                                        </p:tgtEl>
                                      </p:cBhvr>
                                      <p:to x="100000" y="90000"/>
                                    </p:animScale>
                                    <p:animScale>
                                      <p:cBhvr>
                                        <p:cTn id="107" dur="166" decel="50000">
                                          <p:stCondLst>
                                            <p:cond delay="1668"/>
                                          </p:stCondLst>
                                        </p:cTn>
                                        <p:tgtEl>
                                          <p:spTgt spid="3">
                                            <p:txEl>
                                              <p:pRg st="6" end="6"/>
                                            </p:txEl>
                                          </p:spTgt>
                                        </p:tgtEl>
                                      </p:cBhvr>
                                      <p:to x="100000" y="100000"/>
                                    </p:animScale>
                                    <p:animScale>
                                      <p:cBhvr>
                                        <p:cTn id="108" dur="26">
                                          <p:stCondLst>
                                            <p:cond delay="1808"/>
                                          </p:stCondLst>
                                        </p:cTn>
                                        <p:tgtEl>
                                          <p:spTgt spid="3">
                                            <p:txEl>
                                              <p:pRg st="6" end="6"/>
                                            </p:txEl>
                                          </p:spTgt>
                                        </p:tgtEl>
                                      </p:cBhvr>
                                      <p:to x="100000" y="95000"/>
                                    </p:animScale>
                                    <p:animScale>
                                      <p:cBhvr>
                                        <p:cTn id="109" dur="166" decel="50000">
                                          <p:stCondLst>
                                            <p:cond delay="1834"/>
                                          </p:stCondLst>
                                        </p:cTn>
                                        <p:tgtEl>
                                          <p:spTgt spid="3">
                                            <p:txEl>
                                              <p:pRg st="6" end="6"/>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53444-EAAF-E81F-B6A7-152C0E3298B5}"/>
              </a:ext>
            </a:extLst>
          </p:cNvPr>
          <p:cNvSpPr>
            <a:spLocks noGrp="1"/>
          </p:cNvSpPr>
          <p:nvPr>
            <p:ph type="title"/>
          </p:nvPr>
        </p:nvSpPr>
        <p:spPr>
          <a:xfrm>
            <a:off x="190130" y="0"/>
            <a:ext cx="10515600" cy="1325563"/>
          </a:xfrm>
        </p:spPr>
        <p:txBody>
          <a:bodyPr>
            <a:normAutofit/>
          </a:bodyPr>
          <a:lstStyle/>
          <a:p>
            <a:r>
              <a:rPr lang="en-IN" sz="3600" b="1" u="sng" dirty="0">
                <a:effectLst>
                  <a:outerShdw blurRad="38100" dist="38100" dir="2700000" algn="tl">
                    <a:srgbClr val="000000">
                      <a:alpha val="43137"/>
                    </a:srgbClr>
                  </a:outerShdw>
                </a:effectLst>
              </a:rPr>
              <a:t>GOOGLE FORM LINK-</a:t>
            </a:r>
          </a:p>
        </p:txBody>
      </p:sp>
      <p:sp>
        <p:nvSpPr>
          <p:cNvPr id="3" name="Content Placeholder 2">
            <a:extLst>
              <a:ext uri="{FF2B5EF4-FFF2-40B4-BE49-F238E27FC236}">
                <a16:creationId xmlns:a16="http://schemas.microsoft.com/office/drawing/2014/main" id="{FE82EE3D-E5A9-1994-A4EB-39DB1D86BEBC}"/>
              </a:ext>
            </a:extLst>
          </p:cNvPr>
          <p:cNvSpPr>
            <a:spLocks noGrp="1"/>
          </p:cNvSpPr>
          <p:nvPr>
            <p:ph idx="1"/>
          </p:nvPr>
        </p:nvSpPr>
        <p:spPr>
          <a:xfrm>
            <a:off x="190129" y="1177555"/>
            <a:ext cx="11235431" cy="5152224"/>
          </a:xfrm>
        </p:spPr>
        <p:txBody>
          <a:bodyPr>
            <a:normAutofit/>
          </a:bodyPr>
          <a:lstStyle/>
          <a:p>
            <a:r>
              <a:rPr lang="en-IN" dirty="0">
                <a:hlinkClick r:id="rId2"/>
              </a:rPr>
              <a:t>https://docs.google.com/forms/d/1y5vT3BH6uzroK1fHs5T6V6cBoMXXOA9cS06PKfhvEic/edit</a:t>
            </a:r>
            <a:endParaRPr lang="en-IN" dirty="0"/>
          </a:p>
          <a:p>
            <a:pPr marL="0" indent="0">
              <a:buNone/>
            </a:pPr>
            <a:endParaRPr lang="en-IN" dirty="0"/>
          </a:p>
          <a:p>
            <a:pPr marL="0" indent="0">
              <a:buNone/>
            </a:pPr>
            <a:r>
              <a:rPr lang="en-IN" b="1" u="sng" dirty="0"/>
              <a:t>STEPS OF GOOGLE FORM-</a:t>
            </a:r>
          </a:p>
          <a:p>
            <a:pPr>
              <a:buFont typeface="Wingdings" panose="05000000000000000000" pitchFamily="2" charset="2"/>
              <a:buChar char="§"/>
            </a:pPr>
            <a:r>
              <a:rPr lang="en-IN" sz="2400" dirty="0"/>
              <a:t>SEARCH GOOGLE FORM IN GOOGLE.</a:t>
            </a:r>
          </a:p>
          <a:p>
            <a:pPr>
              <a:buFont typeface="Wingdings" panose="05000000000000000000" pitchFamily="2" charset="2"/>
              <a:buChar char="§"/>
            </a:pPr>
            <a:r>
              <a:rPr lang="en-IN" sz="2400" dirty="0"/>
              <a:t>OPEN THE FIRST LINK AND THEN CLICK IN “GO TO FORMS”.</a:t>
            </a:r>
          </a:p>
          <a:p>
            <a:pPr>
              <a:buFont typeface="Wingdings" panose="05000000000000000000" pitchFamily="2" charset="2"/>
              <a:buChar char="§"/>
            </a:pPr>
            <a:r>
              <a:rPr lang="en-IN" sz="2400" dirty="0"/>
              <a:t>SELECT ANY TEMPLATE WHICH YOU WANT OR YOU CAN START A NEW FORM AND ADD QUESTIONS.</a:t>
            </a:r>
          </a:p>
          <a:p>
            <a:pPr>
              <a:buFont typeface="Wingdings" panose="05000000000000000000" pitchFamily="2" charset="2"/>
              <a:buChar char="§"/>
            </a:pPr>
            <a:r>
              <a:rPr lang="en-IN" sz="2400" dirty="0"/>
              <a:t>YOU CAN ALSO CHANGE THE TYPE OF ANSWERS.</a:t>
            </a:r>
          </a:p>
          <a:p>
            <a:pPr>
              <a:buFont typeface="Wingdings" panose="05000000000000000000" pitchFamily="2" charset="2"/>
              <a:buChar char="§"/>
            </a:pPr>
            <a:r>
              <a:rPr lang="en-IN" sz="2400" dirty="0"/>
              <a:t>AFTER THIS CLICK ON THE SEND BUTTON PRESENT ON THE TOP RIGHT SIDE OF THE SCREEN AND THEN SELECT THE SENDING OPTIONS FOR EXAMPLE GOOGLE FORMS CAN BE SHARED THROUGH LINK AND MAIL.</a:t>
            </a:r>
          </a:p>
          <a:p>
            <a:pPr>
              <a:buFont typeface="Wingdings" panose="05000000000000000000" pitchFamily="2" charset="2"/>
              <a:buChar char="§"/>
            </a:pPr>
            <a:endParaRPr lang="en-IN" sz="2400" dirty="0"/>
          </a:p>
        </p:txBody>
      </p:sp>
    </p:spTree>
    <p:extLst>
      <p:ext uri="{BB962C8B-B14F-4D97-AF65-F5344CB8AC3E}">
        <p14:creationId xmlns:p14="http://schemas.microsoft.com/office/powerpoint/2010/main" val="1143255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par>
                          <p:cTn id="8" fill="hold">
                            <p:stCondLst>
                              <p:cond delay="500"/>
                            </p:stCondLst>
                            <p:childTnLst>
                              <p:par>
                                <p:cTn id="9" presetID="6" presetClass="entr" presetSubtype="16"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circle(in)">
                                      <p:cBhvr>
                                        <p:cTn id="11" dur="750"/>
                                        <p:tgtEl>
                                          <p:spTgt spid="3">
                                            <p:txEl>
                                              <p:pRg st="0" end="0"/>
                                            </p:txEl>
                                          </p:spTgt>
                                        </p:tgtEl>
                                      </p:cBhvr>
                                    </p:animEffect>
                                  </p:childTnLst>
                                </p:cTn>
                              </p:par>
                            </p:childTnLst>
                          </p:cTn>
                        </p:par>
                        <p:par>
                          <p:cTn id="12" fill="hold">
                            <p:stCondLst>
                              <p:cond delay="1250"/>
                            </p:stCondLst>
                            <p:childTnLst>
                              <p:par>
                                <p:cTn id="13" presetID="6" presetClass="entr" presetSubtype="16"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circle(in)">
                                      <p:cBhvr>
                                        <p:cTn id="15" dur="750"/>
                                        <p:tgtEl>
                                          <p:spTgt spid="3">
                                            <p:txEl>
                                              <p:pRg st="2" end="2"/>
                                            </p:txEl>
                                          </p:spTgt>
                                        </p:tgtEl>
                                      </p:cBhvr>
                                    </p:animEffect>
                                  </p:childTnLst>
                                </p:cTn>
                              </p:par>
                            </p:childTnLst>
                          </p:cTn>
                        </p:par>
                        <p:par>
                          <p:cTn id="16" fill="hold">
                            <p:stCondLst>
                              <p:cond delay="2000"/>
                            </p:stCondLst>
                            <p:childTnLst>
                              <p:par>
                                <p:cTn id="17" presetID="6" presetClass="entr" presetSubtype="16"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circle(in)">
                                      <p:cBhvr>
                                        <p:cTn id="19" dur="750"/>
                                        <p:tgtEl>
                                          <p:spTgt spid="3">
                                            <p:txEl>
                                              <p:pRg st="3" end="3"/>
                                            </p:txEl>
                                          </p:spTgt>
                                        </p:tgtEl>
                                      </p:cBhvr>
                                    </p:animEffect>
                                  </p:childTnLst>
                                </p:cTn>
                              </p:par>
                            </p:childTnLst>
                          </p:cTn>
                        </p:par>
                        <p:par>
                          <p:cTn id="20" fill="hold">
                            <p:stCondLst>
                              <p:cond delay="2750"/>
                            </p:stCondLst>
                            <p:childTnLst>
                              <p:par>
                                <p:cTn id="21" presetID="6" presetClass="entr" presetSubtype="16"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circle(in)">
                                      <p:cBhvr>
                                        <p:cTn id="23" dur="750"/>
                                        <p:tgtEl>
                                          <p:spTgt spid="3">
                                            <p:txEl>
                                              <p:pRg st="4" end="4"/>
                                            </p:txEl>
                                          </p:spTgt>
                                        </p:tgtEl>
                                      </p:cBhvr>
                                    </p:animEffect>
                                  </p:childTnLst>
                                </p:cTn>
                              </p:par>
                            </p:childTnLst>
                          </p:cTn>
                        </p:par>
                        <p:par>
                          <p:cTn id="24" fill="hold">
                            <p:stCondLst>
                              <p:cond delay="3500"/>
                            </p:stCondLst>
                            <p:childTnLst>
                              <p:par>
                                <p:cTn id="25" presetID="6" presetClass="entr" presetSubtype="16" fill="hold" grpId="0" nodeType="after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circle(in)">
                                      <p:cBhvr>
                                        <p:cTn id="27" dur="750"/>
                                        <p:tgtEl>
                                          <p:spTgt spid="3">
                                            <p:txEl>
                                              <p:pRg st="5" end="5"/>
                                            </p:txEl>
                                          </p:spTgt>
                                        </p:tgtEl>
                                      </p:cBhvr>
                                    </p:animEffect>
                                  </p:childTnLst>
                                </p:cTn>
                              </p:par>
                            </p:childTnLst>
                          </p:cTn>
                        </p:par>
                        <p:par>
                          <p:cTn id="28" fill="hold">
                            <p:stCondLst>
                              <p:cond delay="4250"/>
                            </p:stCondLst>
                            <p:childTnLst>
                              <p:par>
                                <p:cTn id="29" presetID="6" presetClass="entr" presetSubtype="16" fill="hold" grpId="0" nodeType="after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circle(in)">
                                      <p:cBhvr>
                                        <p:cTn id="31" dur="750"/>
                                        <p:tgtEl>
                                          <p:spTgt spid="3">
                                            <p:txEl>
                                              <p:pRg st="6" end="6"/>
                                            </p:txEl>
                                          </p:spTgt>
                                        </p:tgtEl>
                                      </p:cBhvr>
                                    </p:animEffect>
                                  </p:childTnLst>
                                </p:cTn>
                              </p:par>
                            </p:childTnLst>
                          </p:cTn>
                        </p:par>
                        <p:par>
                          <p:cTn id="32" fill="hold">
                            <p:stCondLst>
                              <p:cond delay="5000"/>
                            </p:stCondLst>
                            <p:childTnLst>
                              <p:par>
                                <p:cTn id="33" presetID="6" presetClass="entr" presetSubtype="16" fill="hold" grpId="0" nodeType="after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circle(in)">
                                      <p:cBhvr>
                                        <p:cTn id="35" dur="75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65751683-F24C-40D3-26F6-FDF1E503729D}"/>
              </a:ext>
            </a:extLst>
          </p:cNvPr>
          <p:cNvPicPr>
            <a:picLocks noGrp="1" noChangeAspect="1"/>
          </p:cNvPicPr>
          <p:nvPr>
            <p:ph idx="1"/>
          </p:nvPr>
        </p:nvPicPr>
        <p:blipFill rotWithShape="1">
          <a:blip r:embed="rId2"/>
          <a:srcRect l="347" t="12922" r="45026" b="6933"/>
          <a:stretch/>
        </p:blipFill>
        <p:spPr>
          <a:xfrm>
            <a:off x="213064" y="115467"/>
            <a:ext cx="10440139" cy="6662672"/>
          </a:xfrm>
          <a:prstGeom prst="rect">
            <a:avLst/>
          </a:prstGeom>
        </p:spPr>
      </p:pic>
    </p:spTree>
    <p:extLst>
      <p:ext uri="{BB962C8B-B14F-4D97-AF65-F5344CB8AC3E}">
        <p14:creationId xmlns:p14="http://schemas.microsoft.com/office/powerpoint/2010/main" val="432978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F6FBCFC3-EC9E-A204-8B25-F089681868A9}"/>
              </a:ext>
            </a:extLst>
          </p:cNvPr>
          <p:cNvPicPr>
            <a:picLocks noGrp="1" noChangeAspect="1"/>
          </p:cNvPicPr>
          <p:nvPr>
            <p:ph idx="1"/>
          </p:nvPr>
        </p:nvPicPr>
        <p:blipFill rotWithShape="1">
          <a:blip r:embed="rId2"/>
          <a:srcRect l="740" t="11905" r="70600" b="6978"/>
          <a:stretch/>
        </p:blipFill>
        <p:spPr>
          <a:xfrm>
            <a:off x="186279" y="594986"/>
            <a:ext cx="5237491" cy="6263014"/>
          </a:xfrm>
        </p:spPr>
      </p:pic>
    </p:spTree>
    <p:extLst>
      <p:ext uri="{BB962C8B-B14F-4D97-AF65-F5344CB8AC3E}">
        <p14:creationId xmlns:p14="http://schemas.microsoft.com/office/powerpoint/2010/main" val="558455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8A4CA-26E9-8AD8-F89A-B90502300A43}"/>
              </a:ext>
            </a:extLst>
          </p:cNvPr>
          <p:cNvSpPr>
            <a:spLocks noGrp="1"/>
          </p:cNvSpPr>
          <p:nvPr>
            <p:ph type="title"/>
          </p:nvPr>
        </p:nvSpPr>
        <p:spPr/>
        <p:txBody>
          <a:bodyPr/>
          <a:lstStyle/>
          <a:p>
            <a:r>
              <a:rPr lang="en-IN" b="1" u="sng" dirty="0"/>
              <a:t>1. DESCRIPTIVE STATISTICS:</a:t>
            </a:r>
          </a:p>
        </p:txBody>
      </p:sp>
      <p:pic>
        <p:nvPicPr>
          <p:cNvPr id="5" name="Content Placeholder 4">
            <a:extLst>
              <a:ext uri="{FF2B5EF4-FFF2-40B4-BE49-F238E27FC236}">
                <a16:creationId xmlns:a16="http://schemas.microsoft.com/office/drawing/2014/main" id="{270EDA2B-F732-33A3-187F-A00F3A3968D9}"/>
              </a:ext>
            </a:extLst>
          </p:cNvPr>
          <p:cNvPicPr>
            <a:picLocks noGrp="1" noChangeAspect="1"/>
          </p:cNvPicPr>
          <p:nvPr>
            <p:ph idx="1"/>
          </p:nvPr>
        </p:nvPicPr>
        <p:blipFill rotWithShape="1">
          <a:blip r:embed="rId2"/>
          <a:srcRect l="1487" t="15579" r="54309" b="26632"/>
          <a:stretch/>
        </p:blipFill>
        <p:spPr>
          <a:xfrm>
            <a:off x="381000" y="1857376"/>
            <a:ext cx="5010150" cy="4200524"/>
          </a:xfrm>
        </p:spPr>
      </p:pic>
      <p:pic>
        <p:nvPicPr>
          <p:cNvPr id="7" name="Picture 6">
            <a:extLst>
              <a:ext uri="{FF2B5EF4-FFF2-40B4-BE49-F238E27FC236}">
                <a16:creationId xmlns:a16="http://schemas.microsoft.com/office/drawing/2014/main" id="{38DFF9BA-551A-9E06-A5E9-153A0373AB75}"/>
              </a:ext>
            </a:extLst>
          </p:cNvPr>
          <p:cNvPicPr>
            <a:picLocks noChangeAspect="1"/>
          </p:cNvPicPr>
          <p:nvPr/>
        </p:nvPicPr>
        <p:blipFill rotWithShape="1">
          <a:blip r:embed="rId3"/>
          <a:srcRect l="2108" t="27222" r="57891" b="15833"/>
          <a:stretch/>
        </p:blipFill>
        <p:spPr>
          <a:xfrm>
            <a:off x="6343649" y="2152650"/>
            <a:ext cx="4876801" cy="3905250"/>
          </a:xfrm>
          <a:prstGeom prst="rect">
            <a:avLst/>
          </a:prstGeom>
        </p:spPr>
      </p:pic>
    </p:spTree>
    <p:extLst>
      <p:ext uri="{BB962C8B-B14F-4D97-AF65-F5344CB8AC3E}">
        <p14:creationId xmlns:p14="http://schemas.microsoft.com/office/powerpoint/2010/main" val="3638570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par>
                          <p:cTn id="8" fill="hold">
                            <p:stCondLst>
                              <p:cond delay="500"/>
                            </p:stCondLst>
                            <p:childTnLst>
                              <p:par>
                                <p:cTn id="9" presetID="26"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down)">
                                      <p:cBhvr>
                                        <p:cTn id="11" dur="580">
                                          <p:stCondLst>
                                            <p:cond delay="0"/>
                                          </p:stCondLst>
                                        </p:cTn>
                                        <p:tgtEl>
                                          <p:spTgt spid="5"/>
                                        </p:tgtEl>
                                      </p:cBhvr>
                                    </p:animEffect>
                                    <p:anim calcmode="lin" valueType="num">
                                      <p:cBhvr>
                                        <p:cTn id="12"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13"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4"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15"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6"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17" dur="26">
                                          <p:stCondLst>
                                            <p:cond delay="650"/>
                                          </p:stCondLst>
                                        </p:cTn>
                                        <p:tgtEl>
                                          <p:spTgt spid="5"/>
                                        </p:tgtEl>
                                      </p:cBhvr>
                                      <p:to x="100000" y="60000"/>
                                    </p:animScale>
                                    <p:animScale>
                                      <p:cBhvr>
                                        <p:cTn id="18" dur="166" decel="50000">
                                          <p:stCondLst>
                                            <p:cond delay="676"/>
                                          </p:stCondLst>
                                        </p:cTn>
                                        <p:tgtEl>
                                          <p:spTgt spid="5"/>
                                        </p:tgtEl>
                                      </p:cBhvr>
                                      <p:to x="100000" y="100000"/>
                                    </p:animScale>
                                    <p:animScale>
                                      <p:cBhvr>
                                        <p:cTn id="19" dur="26">
                                          <p:stCondLst>
                                            <p:cond delay="1312"/>
                                          </p:stCondLst>
                                        </p:cTn>
                                        <p:tgtEl>
                                          <p:spTgt spid="5"/>
                                        </p:tgtEl>
                                      </p:cBhvr>
                                      <p:to x="100000" y="80000"/>
                                    </p:animScale>
                                    <p:animScale>
                                      <p:cBhvr>
                                        <p:cTn id="20" dur="166" decel="50000">
                                          <p:stCondLst>
                                            <p:cond delay="1338"/>
                                          </p:stCondLst>
                                        </p:cTn>
                                        <p:tgtEl>
                                          <p:spTgt spid="5"/>
                                        </p:tgtEl>
                                      </p:cBhvr>
                                      <p:to x="100000" y="100000"/>
                                    </p:animScale>
                                    <p:animScale>
                                      <p:cBhvr>
                                        <p:cTn id="21" dur="26">
                                          <p:stCondLst>
                                            <p:cond delay="1642"/>
                                          </p:stCondLst>
                                        </p:cTn>
                                        <p:tgtEl>
                                          <p:spTgt spid="5"/>
                                        </p:tgtEl>
                                      </p:cBhvr>
                                      <p:to x="100000" y="90000"/>
                                    </p:animScale>
                                    <p:animScale>
                                      <p:cBhvr>
                                        <p:cTn id="22" dur="166" decel="50000">
                                          <p:stCondLst>
                                            <p:cond delay="1668"/>
                                          </p:stCondLst>
                                        </p:cTn>
                                        <p:tgtEl>
                                          <p:spTgt spid="5"/>
                                        </p:tgtEl>
                                      </p:cBhvr>
                                      <p:to x="100000" y="100000"/>
                                    </p:animScale>
                                    <p:animScale>
                                      <p:cBhvr>
                                        <p:cTn id="23" dur="26">
                                          <p:stCondLst>
                                            <p:cond delay="1808"/>
                                          </p:stCondLst>
                                        </p:cTn>
                                        <p:tgtEl>
                                          <p:spTgt spid="5"/>
                                        </p:tgtEl>
                                      </p:cBhvr>
                                      <p:to x="100000" y="95000"/>
                                    </p:animScale>
                                    <p:animScale>
                                      <p:cBhvr>
                                        <p:cTn id="24" dur="166" decel="50000">
                                          <p:stCondLst>
                                            <p:cond delay="1834"/>
                                          </p:stCondLst>
                                        </p:cTn>
                                        <p:tgtEl>
                                          <p:spTgt spid="5"/>
                                        </p:tgtEl>
                                      </p:cBhvr>
                                      <p:to x="100000" y="100000"/>
                                    </p:animScale>
                                  </p:childTnLst>
                                </p:cTn>
                              </p:par>
                            </p:childTnLst>
                          </p:cTn>
                        </p:par>
                        <p:par>
                          <p:cTn id="25" fill="hold">
                            <p:stCondLst>
                              <p:cond delay="2500"/>
                            </p:stCondLst>
                            <p:childTnLst>
                              <p:par>
                                <p:cTn id="26" presetID="26" presetClass="entr" presetSubtype="0" fill="hold" nodeType="after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down)">
                                      <p:cBhvr>
                                        <p:cTn id="28" dur="580">
                                          <p:stCondLst>
                                            <p:cond delay="0"/>
                                          </p:stCondLst>
                                        </p:cTn>
                                        <p:tgtEl>
                                          <p:spTgt spid="7"/>
                                        </p:tgtEl>
                                      </p:cBhvr>
                                    </p:animEffect>
                                    <p:anim calcmode="lin" valueType="num">
                                      <p:cBhvr>
                                        <p:cTn id="29"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30"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31"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32"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33"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34" dur="26">
                                          <p:stCondLst>
                                            <p:cond delay="650"/>
                                          </p:stCondLst>
                                        </p:cTn>
                                        <p:tgtEl>
                                          <p:spTgt spid="7"/>
                                        </p:tgtEl>
                                      </p:cBhvr>
                                      <p:to x="100000" y="60000"/>
                                    </p:animScale>
                                    <p:animScale>
                                      <p:cBhvr>
                                        <p:cTn id="35" dur="166" decel="50000">
                                          <p:stCondLst>
                                            <p:cond delay="676"/>
                                          </p:stCondLst>
                                        </p:cTn>
                                        <p:tgtEl>
                                          <p:spTgt spid="7"/>
                                        </p:tgtEl>
                                      </p:cBhvr>
                                      <p:to x="100000" y="100000"/>
                                    </p:animScale>
                                    <p:animScale>
                                      <p:cBhvr>
                                        <p:cTn id="36" dur="26">
                                          <p:stCondLst>
                                            <p:cond delay="1312"/>
                                          </p:stCondLst>
                                        </p:cTn>
                                        <p:tgtEl>
                                          <p:spTgt spid="7"/>
                                        </p:tgtEl>
                                      </p:cBhvr>
                                      <p:to x="100000" y="80000"/>
                                    </p:animScale>
                                    <p:animScale>
                                      <p:cBhvr>
                                        <p:cTn id="37" dur="166" decel="50000">
                                          <p:stCondLst>
                                            <p:cond delay="1338"/>
                                          </p:stCondLst>
                                        </p:cTn>
                                        <p:tgtEl>
                                          <p:spTgt spid="7"/>
                                        </p:tgtEl>
                                      </p:cBhvr>
                                      <p:to x="100000" y="100000"/>
                                    </p:animScale>
                                    <p:animScale>
                                      <p:cBhvr>
                                        <p:cTn id="38" dur="26">
                                          <p:stCondLst>
                                            <p:cond delay="1642"/>
                                          </p:stCondLst>
                                        </p:cTn>
                                        <p:tgtEl>
                                          <p:spTgt spid="7"/>
                                        </p:tgtEl>
                                      </p:cBhvr>
                                      <p:to x="100000" y="90000"/>
                                    </p:animScale>
                                    <p:animScale>
                                      <p:cBhvr>
                                        <p:cTn id="39" dur="166" decel="50000">
                                          <p:stCondLst>
                                            <p:cond delay="1668"/>
                                          </p:stCondLst>
                                        </p:cTn>
                                        <p:tgtEl>
                                          <p:spTgt spid="7"/>
                                        </p:tgtEl>
                                      </p:cBhvr>
                                      <p:to x="100000" y="100000"/>
                                    </p:animScale>
                                    <p:animScale>
                                      <p:cBhvr>
                                        <p:cTn id="40" dur="26">
                                          <p:stCondLst>
                                            <p:cond delay="1808"/>
                                          </p:stCondLst>
                                        </p:cTn>
                                        <p:tgtEl>
                                          <p:spTgt spid="7"/>
                                        </p:tgtEl>
                                      </p:cBhvr>
                                      <p:to x="100000" y="95000"/>
                                    </p:animScale>
                                    <p:animScale>
                                      <p:cBhvr>
                                        <p:cTn id="41" dur="166" decel="50000">
                                          <p:stCondLst>
                                            <p:cond delay="1834"/>
                                          </p:stCondLst>
                                        </p:cTn>
                                        <p:tgtEl>
                                          <p:spTgt spid="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4C0A0-05AC-A142-2EAA-7746E32ADBA9}"/>
              </a:ext>
            </a:extLst>
          </p:cNvPr>
          <p:cNvSpPr>
            <a:spLocks noGrp="1"/>
          </p:cNvSpPr>
          <p:nvPr>
            <p:ph type="title"/>
          </p:nvPr>
        </p:nvSpPr>
        <p:spPr/>
        <p:txBody>
          <a:bodyPr/>
          <a:lstStyle/>
          <a:p>
            <a:r>
              <a:rPr lang="en-IN" b="1" u="sng" dirty="0"/>
              <a:t>2. CORRELATION:</a:t>
            </a:r>
          </a:p>
        </p:txBody>
      </p:sp>
      <p:pic>
        <p:nvPicPr>
          <p:cNvPr id="5" name="Content Placeholder 4">
            <a:extLst>
              <a:ext uri="{FF2B5EF4-FFF2-40B4-BE49-F238E27FC236}">
                <a16:creationId xmlns:a16="http://schemas.microsoft.com/office/drawing/2014/main" id="{ADBF24F6-30C4-ECCD-63E5-0F3C863FCDEB}"/>
              </a:ext>
            </a:extLst>
          </p:cNvPr>
          <p:cNvPicPr>
            <a:picLocks noGrp="1" noChangeAspect="1"/>
          </p:cNvPicPr>
          <p:nvPr>
            <p:ph idx="1"/>
          </p:nvPr>
        </p:nvPicPr>
        <p:blipFill rotWithShape="1">
          <a:blip r:embed="rId2"/>
          <a:srcRect t="22924" r="54782" b="6485"/>
          <a:stretch/>
        </p:blipFill>
        <p:spPr>
          <a:xfrm>
            <a:off x="1251600" y="1558006"/>
            <a:ext cx="8158730" cy="4934869"/>
          </a:xfrm>
        </p:spPr>
      </p:pic>
    </p:spTree>
    <p:extLst>
      <p:ext uri="{BB962C8B-B14F-4D97-AF65-F5344CB8AC3E}">
        <p14:creationId xmlns:p14="http://schemas.microsoft.com/office/powerpoint/2010/main" val="2933535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par>
                          <p:cTn id="8" fill="hold">
                            <p:stCondLst>
                              <p:cond delay="500"/>
                            </p:stCondLst>
                            <p:childTnLst>
                              <p:par>
                                <p:cTn id="9" presetID="23" presetClass="entr" presetSubtype="16" fill="hold" nodeType="afterEffect">
                                  <p:stCondLst>
                                    <p:cond delay="50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429FA-DD77-F374-A350-5A2D53816695}"/>
              </a:ext>
            </a:extLst>
          </p:cNvPr>
          <p:cNvSpPr>
            <a:spLocks noGrp="1"/>
          </p:cNvSpPr>
          <p:nvPr>
            <p:ph type="title"/>
          </p:nvPr>
        </p:nvSpPr>
        <p:spPr/>
        <p:txBody>
          <a:bodyPr/>
          <a:lstStyle/>
          <a:p>
            <a:r>
              <a:rPr lang="en-IN" b="1" u="sng" dirty="0"/>
              <a:t>3. Z-TEST: TWO SAMPLE FOR MEANS</a:t>
            </a:r>
          </a:p>
        </p:txBody>
      </p:sp>
      <p:sp>
        <p:nvSpPr>
          <p:cNvPr id="3" name="Content Placeholder 2">
            <a:extLst>
              <a:ext uri="{FF2B5EF4-FFF2-40B4-BE49-F238E27FC236}">
                <a16:creationId xmlns:a16="http://schemas.microsoft.com/office/drawing/2014/main" id="{547394DD-A433-98B6-DE64-C67E9A1A6CDB}"/>
              </a:ext>
            </a:extLst>
          </p:cNvPr>
          <p:cNvSpPr>
            <a:spLocks noGrp="1"/>
          </p:cNvSpPr>
          <p:nvPr>
            <p:ph idx="1"/>
          </p:nvPr>
        </p:nvSpPr>
        <p:spPr/>
        <p:txBody>
          <a:bodyPr/>
          <a:lstStyle/>
          <a:p>
            <a:r>
              <a:rPr lang="en-IN" dirty="0"/>
              <a:t>FEMALE (HEIGHT)</a:t>
            </a:r>
          </a:p>
        </p:txBody>
      </p:sp>
      <p:pic>
        <p:nvPicPr>
          <p:cNvPr id="5" name="Picture 4">
            <a:extLst>
              <a:ext uri="{FF2B5EF4-FFF2-40B4-BE49-F238E27FC236}">
                <a16:creationId xmlns:a16="http://schemas.microsoft.com/office/drawing/2014/main" id="{60ECF80B-3692-17FB-7BDB-03507F5F5D48}"/>
              </a:ext>
            </a:extLst>
          </p:cNvPr>
          <p:cNvPicPr>
            <a:picLocks noChangeAspect="1"/>
          </p:cNvPicPr>
          <p:nvPr/>
        </p:nvPicPr>
        <p:blipFill rotWithShape="1">
          <a:blip r:embed="rId2"/>
          <a:srcRect l="5752" t="22711" r="80704" b="8997"/>
          <a:stretch/>
        </p:blipFill>
        <p:spPr>
          <a:xfrm>
            <a:off x="9250532" y="365125"/>
            <a:ext cx="2814221" cy="6364149"/>
          </a:xfrm>
          <a:prstGeom prst="rect">
            <a:avLst/>
          </a:prstGeom>
        </p:spPr>
      </p:pic>
      <p:pic>
        <p:nvPicPr>
          <p:cNvPr id="7" name="Picture 6">
            <a:extLst>
              <a:ext uri="{FF2B5EF4-FFF2-40B4-BE49-F238E27FC236}">
                <a16:creationId xmlns:a16="http://schemas.microsoft.com/office/drawing/2014/main" id="{C5AF5201-F3E5-3866-0E60-407F1ACFA9C5}"/>
              </a:ext>
            </a:extLst>
          </p:cNvPr>
          <p:cNvPicPr>
            <a:picLocks noChangeAspect="1"/>
          </p:cNvPicPr>
          <p:nvPr/>
        </p:nvPicPr>
        <p:blipFill rotWithShape="1">
          <a:blip r:embed="rId3"/>
          <a:srcRect l="29538" t="34910" r="45851" b="32468"/>
          <a:stretch/>
        </p:blipFill>
        <p:spPr>
          <a:xfrm>
            <a:off x="1349406" y="2506663"/>
            <a:ext cx="5601810" cy="4351337"/>
          </a:xfrm>
          <a:prstGeom prst="rect">
            <a:avLst/>
          </a:prstGeom>
        </p:spPr>
      </p:pic>
    </p:spTree>
    <p:extLst>
      <p:ext uri="{BB962C8B-B14F-4D97-AF65-F5344CB8AC3E}">
        <p14:creationId xmlns:p14="http://schemas.microsoft.com/office/powerpoint/2010/main" val="230533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wipe(down)">
                                      <p:cBhvr>
                                        <p:cTn id="11" dur="500"/>
                                        <p:tgtEl>
                                          <p:spTgt spid="3">
                                            <p:txEl>
                                              <p:pRg st="0" end="0"/>
                                            </p:txEl>
                                          </p:spTgt>
                                        </p:tgtEl>
                                      </p:cBhvr>
                                    </p:animEffect>
                                  </p:childTnLst>
                                </p:cTn>
                              </p:par>
                            </p:childTnLst>
                          </p:cTn>
                        </p:par>
                        <p:par>
                          <p:cTn id="12" fill="hold">
                            <p:stCondLst>
                              <p:cond delay="1000"/>
                            </p:stCondLst>
                            <p:childTnLst>
                              <p:par>
                                <p:cTn id="13" presetID="26" presetClass="entr" presetSubtype="0"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down)">
                                      <p:cBhvr>
                                        <p:cTn id="15" dur="580">
                                          <p:stCondLst>
                                            <p:cond delay="0"/>
                                          </p:stCondLst>
                                        </p:cTn>
                                        <p:tgtEl>
                                          <p:spTgt spid="7"/>
                                        </p:tgtEl>
                                      </p:cBhvr>
                                    </p:animEffect>
                                    <p:anim calcmode="lin" valueType="num">
                                      <p:cBhvr>
                                        <p:cTn id="16"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17"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18"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19"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20"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21" dur="26">
                                          <p:stCondLst>
                                            <p:cond delay="650"/>
                                          </p:stCondLst>
                                        </p:cTn>
                                        <p:tgtEl>
                                          <p:spTgt spid="7"/>
                                        </p:tgtEl>
                                      </p:cBhvr>
                                      <p:to x="100000" y="60000"/>
                                    </p:animScale>
                                    <p:animScale>
                                      <p:cBhvr>
                                        <p:cTn id="22" dur="166" decel="50000">
                                          <p:stCondLst>
                                            <p:cond delay="676"/>
                                          </p:stCondLst>
                                        </p:cTn>
                                        <p:tgtEl>
                                          <p:spTgt spid="7"/>
                                        </p:tgtEl>
                                      </p:cBhvr>
                                      <p:to x="100000" y="100000"/>
                                    </p:animScale>
                                    <p:animScale>
                                      <p:cBhvr>
                                        <p:cTn id="23" dur="26">
                                          <p:stCondLst>
                                            <p:cond delay="1312"/>
                                          </p:stCondLst>
                                        </p:cTn>
                                        <p:tgtEl>
                                          <p:spTgt spid="7"/>
                                        </p:tgtEl>
                                      </p:cBhvr>
                                      <p:to x="100000" y="80000"/>
                                    </p:animScale>
                                    <p:animScale>
                                      <p:cBhvr>
                                        <p:cTn id="24" dur="166" decel="50000">
                                          <p:stCondLst>
                                            <p:cond delay="1338"/>
                                          </p:stCondLst>
                                        </p:cTn>
                                        <p:tgtEl>
                                          <p:spTgt spid="7"/>
                                        </p:tgtEl>
                                      </p:cBhvr>
                                      <p:to x="100000" y="100000"/>
                                    </p:animScale>
                                    <p:animScale>
                                      <p:cBhvr>
                                        <p:cTn id="25" dur="26">
                                          <p:stCondLst>
                                            <p:cond delay="1642"/>
                                          </p:stCondLst>
                                        </p:cTn>
                                        <p:tgtEl>
                                          <p:spTgt spid="7"/>
                                        </p:tgtEl>
                                      </p:cBhvr>
                                      <p:to x="100000" y="90000"/>
                                    </p:animScale>
                                    <p:animScale>
                                      <p:cBhvr>
                                        <p:cTn id="26" dur="166" decel="50000">
                                          <p:stCondLst>
                                            <p:cond delay="1668"/>
                                          </p:stCondLst>
                                        </p:cTn>
                                        <p:tgtEl>
                                          <p:spTgt spid="7"/>
                                        </p:tgtEl>
                                      </p:cBhvr>
                                      <p:to x="100000" y="100000"/>
                                    </p:animScale>
                                    <p:animScale>
                                      <p:cBhvr>
                                        <p:cTn id="27" dur="26">
                                          <p:stCondLst>
                                            <p:cond delay="1808"/>
                                          </p:stCondLst>
                                        </p:cTn>
                                        <p:tgtEl>
                                          <p:spTgt spid="7"/>
                                        </p:tgtEl>
                                      </p:cBhvr>
                                      <p:to x="100000" y="95000"/>
                                    </p:animScale>
                                    <p:animScale>
                                      <p:cBhvr>
                                        <p:cTn id="28" dur="166" decel="50000">
                                          <p:stCondLst>
                                            <p:cond delay="1834"/>
                                          </p:stCondLst>
                                        </p:cTn>
                                        <p:tgtEl>
                                          <p:spTgt spid="7"/>
                                        </p:tgtEl>
                                      </p:cBhvr>
                                      <p:to x="100000" y="100000"/>
                                    </p:animScale>
                                  </p:childTnLst>
                                </p:cTn>
                              </p:par>
                            </p:childTnLst>
                          </p:cTn>
                        </p:par>
                        <p:par>
                          <p:cTn id="29" fill="hold">
                            <p:stCondLst>
                              <p:cond delay="3000"/>
                            </p:stCondLst>
                            <p:childTnLst>
                              <p:par>
                                <p:cTn id="30" presetID="45" presetClass="entr" presetSubtype="0" fill="hold" nodeType="after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2000"/>
                                        <p:tgtEl>
                                          <p:spTgt spid="5"/>
                                        </p:tgtEl>
                                      </p:cBhvr>
                                    </p:animEffect>
                                    <p:anim calcmode="lin" valueType="num">
                                      <p:cBhvr>
                                        <p:cTn id="33" dur="2000" fill="hold"/>
                                        <p:tgtEl>
                                          <p:spTgt spid="5"/>
                                        </p:tgtEl>
                                        <p:attrNameLst>
                                          <p:attrName>ppt_w</p:attrName>
                                        </p:attrNameLst>
                                      </p:cBhvr>
                                      <p:tavLst>
                                        <p:tav tm="0" fmla="#ppt_w*sin(2.5*pi*$)">
                                          <p:val>
                                            <p:fltVal val="0"/>
                                          </p:val>
                                        </p:tav>
                                        <p:tav tm="100000">
                                          <p:val>
                                            <p:fltVal val="1"/>
                                          </p:val>
                                        </p:tav>
                                      </p:tavLst>
                                    </p:anim>
                                    <p:anim calcmode="lin" valueType="num">
                                      <p:cBhvr>
                                        <p:cTn id="34" dur="2000" fill="hold"/>
                                        <p:tgtEl>
                                          <p:spTgt spid="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59241A-4F46-1341-7F71-7E4BB5DB770B}"/>
              </a:ext>
            </a:extLst>
          </p:cNvPr>
          <p:cNvSpPr>
            <a:spLocks noGrp="1"/>
          </p:cNvSpPr>
          <p:nvPr>
            <p:ph idx="1"/>
          </p:nvPr>
        </p:nvSpPr>
        <p:spPr/>
        <p:txBody>
          <a:bodyPr/>
          <a:lstStyle/>
          <a:p>
            <a:r>
              <a:rPr lang="en-IN" b="1" dirty="0"/>
              <a:t>FEMALE WEIGHT</a:t>
            </a:r>
          </a:p>
        </p:txBody>
      </p:sp>
      <p:pic>
        <p:nvPicPr>
          <p:cNvPr id="5" name="Picture 4">
            <a:extLst>
              <a:ext uri="{FF2B5EF4-FFF2-40B4-BE49-F238E27FC236}">
                <a16:creationId xmlns:a16="http://schemas.microsoft.com/office/drawing/2014/main" id="{D6D642FD-A468-AEAB-72F1-7B0F5E4EF4F7}"/>
              </a:ext>
            </a:extLst>
          </p:cNvPr>
          <p:cNvPicPr>
            <a:picLocks noChangeAspect="1"/>
          </p:cNvPicPr>
          <p:nvPr/>
        </p:nvPicPr>
        <p:blipFill rotWithShape="1">
          <a:blip r:embed="rId2"/>
          <a:srcRect l="1893" t="24984" r="82888" b="9931"/>
          <a:stretch/>
        </p:blipFill>
        <p:spPr>
          <a:xfrm>
            <a:off x="8398274" y="259672"/>
            <a:ext cx="3169330" cy="6338655"/>
          </a:xfrm>
          <a:prstGeom prst="rect">
            <a:avLst/>
          </a:prstGeom>
        </p:spPr>
      </p:pic>
      <p:pic>
        <p:nvPicPr>
          <p:cNvPr id="7" name="Picture 6">
            <a:extLst>
              <a:ext uri="{FF2B5EF4-FFF2-40B4-BE49-F238E27FC236}">
                <a16:creationId xmlns:a16="http://schemas.microsoft.com/office/drawing/2014/main" id="{14D57391-39E2-90CA-05C4-486E03F732C7}"/>
              </a:ext>
            </a:extLst>
          </p:cNvPr>
          <p:cNvPicPr>
            <a:picLocks noChangeAspect="1"/>
          </p:cNvPicPr>
          <p:nvPr/>
        </p:nvPicPr>
        <p:blipFill rotWithShape="1">
          <a:blip r:embed="rId2"/>
          <a:srcRect l="20170" t="36551" r="49393" b="28803"/>
          <a:stretch/>
        </p:blipFill>
        <p:spPr>
          <a:xfrm>
            <a:off x="1047564" y="2377936"/>
            <a:ext cx="5734975" cy="4351338"/>
          </a:xfrm>
          <a:prstGeom prst="rect">
            <a:avLst/>
          </a:prstGeom>
        </p:spPr>
      </p:pic>
    </p:spTree>
    <p:extLst>
      <p:ext uri="{BB962C8B-B14F-4D97-AF65-F5344CB8AC3E}">
        <p14:creationId xmlns:p14="http://schemas.microsoft.com/office/powerpoint/2010/main" val="658063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par>
                          <p:cTn id="8" fill="hold">
                            <p:stCondLst>
                              <p:cond delay="500"/>
                            </p:stCondLst>
                            <p:childTnLst>
                              <p:par>
                                <p:cTn id="9" presetID="45"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000"/>
                                        <p:tgtEl>
                                          <p:spTgt spid="5"/>
                                        </p:tgtEl>
                                      </p:cBhvr>
                                    </p:animEffect>
                                    <p:anim calcmode="lin" valueType="num">
                                      <p:cBhvr>
                                        <p:cTn id="12" dur="2000" fill="hold"/>
                                        <p:tgtEl>
                                          <p:spTgt spid="5"/>
                                        </p:tgtEl>
                                        <p:attrNameLst>
                                          <p:attrName>ppt_w</p:attrName>
                                        </p:attrNameLst>
                                      </p:cBhvr>
                                      <p:tavLst>
                                        <p:tav tm="0" fmla="#ppt_w*sin(2.5*pi*$)">
                                          <p:val>
                                            <p:fltVal val="0"/>
                                          </p:val>
                                        </p:tav>
                                        <p:tav tm="100000">
                                          <p:val>
                                            <p:fltVal val="1"/>
                                          </p:val>
                                        </p:tav>
                                      </p:tavLst>
                                    </p:anim>
                                    <p:anim calcmode="lin" valueType="num">
                                      <p:cBhvr>
                                        <p:cTn id="13" dur="2000" fill="hold"/>
                                        <p:tgtEl>
                                          <p:spTgt spid="5"/>
                                        </p:tgtEl>
                                        <p:attrNameLst>
                                          <p:attrName>ppt_h</p:attrName>
                                        </p:attrNameLst>
                                      </p:cBhvr>
                                      <p:tavLst>
                                        <p:tav tm="0">
                                          <p:val>
                                            <p:strVal val="#ppt_h"/>
                                          </p:val>
                                        </p:tav>
                                        <p:tav tm="100000">
                                          <p:val>
                                            <p:strVal val="#ppt_h"/>
                                          </p:val>
                                        </p:tav>
                                      </p:tavLst>
                                    </p:anim>
                                  </p:childTnLst>
                                </p:cTn>
                              </p:par>
                            </p:childTnLst>
                          </p:cTn>
                        </p:par>
                        <p:par>
                          <p:cTn id="14" fill="hold">
                            <p:stCondLst>
                              <p:cond delay="2500"/>
                            </p:stCondLst>
                            <p:childTnLst>
                              <p:par>
                                <p:cTn id="15" presetID="26" presetClass="entr" presetSubtype="0"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80">
                                          <p:stCondLst>
                                            <p:cond delay="0"/>
                                          </p:stCondLst>
                                        </p:cTn>
                                        <p:tgtEl>
                                          <p:spTgt spid="7"/>
                                        </p:tgtEl>
                                      </p:cBhvr>
                                    </p:animEffect>
                                    <p:anim calcmode="lin" valueType="num">
                                      <p:cBhvr>
                                        <p:cTn id="18"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19"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20"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21"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22"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23" dur="26">
                                          <p:stCondLst>
                                            <p:cond delay="650"/>
                                          </p:stCondLst>
                                        </p:cTn>
                                        <p:tgtEl>
                                          <p:spTgt spid="7"/>
                                        </p:tgtEl>
                                      </p:cBhvr>
                                      <p:to x="100000" y="60000"/>
                                    </p:animScale>
                                    <p:animScale>
                                      <p:cBhvr>
                                        <p:cTn id="24" dur="166" decel="50000">
                                          <p:stCondLst>
                                            <p:cond delay="676"/>
                                          </p:stCondLst>
                                        </p:cTn>
                                        <p:tgtEl>
                                          <p:spTgt spid="7"/>
                                        </p:tgtEl>
                                      </p:cBhvr>
                                      <p:to x="100000" y="100000"/>
                                    </p:animScale>
                                    <p:animScale>
                                      <p:cBhvr>
                                        <p:cTn id="25" dur="26">
                                          <p:stCondLst>
                                            <p:cond delay="1312"/>
                                          </p:stCondLst>
                                        </p:cTn>
                                        <p:tgtEl>
                                          <p:spTgt spid="7"/>
                                        </p:tgtEl>
                                      </p:cBhvr>
                                      <p:to x="100000" y="80000"/>
                                    </p:animScale>
                                    <p:animScale>
                                      <p:cBhvr>
                                        <p:cTn id="26" dur="166" decel="50000">
                                          <p:stCondLst>
                                            <p:cond delay="1338"/>
                                          </p:stCondLst>
                                        </p:cTn>
                                        <p:tgtEl>
                                          <p:spTgt spid="7"/>
                                        </p:tgtEl>
                                      </p:cBhvr>
                                      <p:to x="100000" y="100000"/>
                                    </p:animScale>
                                    <p:animScale>
                                      <p:cBhvr>
                                        <p:cTn id="27" dur="26">
                                          <p:stCondLst>
                                            <p:cond delay="1642"/>
                                          </p:stCondLst>
                                        </p:cTn>
                                        <p:tgtEl>
                                          <p:spTgt spid="7"/>
                                        </p:tgtEl>
                                      </p:cBhvr>
                                      <p:to x="100000" y="90000"/>
                                    </p:animScale>
                                    <p:animScale>
                                      <p:cBhvr>
                                        <p:cTn id="28" dur="166" decel="50000">
                                          <p:stCondLst>
                                            <p:cond delay="1668"/>
                                          </p:stCondLst>
                                        </p:cTn>
                                        <p:tgtEl>
                                          <p:spTgt spid="7"/>
                                        </p:tgtEl>
                                      </p:cBhvr>
                                      <p:to x="100000" y="100000"/>
                                    </p:animScale>
                                    <p:animScale>
                                      <p:cBhvr>
                                        <p:cTn id="29" dur="26">
                                          <p:stCondLst>
                                            <p:cond delay="1808"/>
                                          </p:stCondLst>
                                        </p:cTn>
                                        <p:tgtEl>
                                          <p:spTgt spid="7"/>
                                        </p:tgtEl>
                                      </p:cBhvr>
                                      <p:to x="100000" y="95000"/>
                                    </p:animScale>
                                    <p:animScale>
                                      <p:cBhvr>
                                        <p:cTn id="30" dur="166" decel="50000">
                                          <p:stCondLst>
                                            <p:cond delay="1834"/>
                                          </p:stCondLst>
                                        </p:cTn>
                                        <p:tgtEl>
                                          <p:spTgt spid="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C0F110-89A6-28F3-D9E2-FAC7CAB98A47}"/>
              </a:ext>
            </a:extLst>
          </p:cNvPr>
          <p:cNvSpPr>
            <a:spLocks noGrp="1"/>
          </p:cNvSpPr>
          <p:nvPr>
            <p:ph idx="1"/>
          </p:nvPr>
        </p:nvSpPr>
        <p:spPr/>
        <p:txBody>
          <a:bodyPr/>
          <a:lstStyle/>
          <a:p>
            <a:pPr marL="0" indent="0">
              <a:buNone/>
            </a:pPr>
            <a:r>
              <a:rPr lang="en-IN" b="1" dirty="0"/>
              <a:t>MALE HEIGHT</a:t>
            </a:r>
          </a:p>
        </p:txBody>
      </p:sp>
      <p:pic>
        <p:nvPicPr>
          <p:cNvPr id="5" name="Picture 4">
            <a:extLst>
              <a:ext uri="{FF2B5EF4-FFF2-40B4-BE49-F238E27FC236}">
                <a16:creationId xmlns:a16="http://schemas.microsoft.com/office/drawing/2014/main" id="{8CC158B7-2D51-9FA7-0E92-99A162BE8C6C}"/>
              </a:ext>
            </a:extLst>
          </p:cNvPr>
          <p:cNvPicPr>
            <a:picLocks noChangeAspect="1"/>
          </p:cNvPicPr>
          <p:nvPr/>
        </p:nvPicPr>
        <p:blipFill rotWithShape="1">
          <a:blip r:embed="rId2"/>
          <a:srcRect l="2112" t="25243" r="83034" b="9931"/>
          <a:stretch/>
        </p:blipFill>
        <p:spPr>
          <a:xfrm>
            <a:off x="8407153" y="213065"/>
            <a:ext cx="3355760" cy="6427432"/>
          </a:xfrm>
          <a:prstGeom prst="rect">
            <a:avLst/>
          </a:prstGeom>
        </p:spPr>
      </p:pic>
      <p:pic>
        <p:nvPicPr>
          <p:cNvPr id="7" name="Picture 6">
            <a:extLst>
              <a:ext uri="{FF2B5EF4-FFF2-40B4-BE49-F238E27FC236}">
                <a16:creationId xmlns:a16="http://schemas.microsoft.com/office/drawing/2014/main" id="{7209AD5A-35A6-A3CE-0115-239BB6D379BE}"/>
              </a:ext>
            </a:extLst>
          </p:cNvPr>
          <p:cNvPicPr>
            <a:picLocks noChangeAspect="1"/>
          </p:cNvPicPr>
          <p:nvPr/>
        </p:nvPicPr>
        <p:blipFill rotWithShape="1">
          <a:blip r:embed="rId2"/>
          <a:srcRect l="18932" t="37670" r="48665" b="26343"/>
          <a:stretch/>
        </p:blipFill>
        <p:spPr>
          <a:xfrm>
            <a:off x="949911" y="2379215"/>
            <a:ext cx="6249879" cy="4351337"/>
          </a:xfrm>
          <a:prstGeom prst="rect">
            <a:avLst/>
          </a:prstGeom>
        </p:spPr>
      </p:pic>
    </p:spTree>
    <p:extLst>
      <p:ext uri="{BB962C8B-B14F-4D97-AF65-F5344CB8AC3E}">
        <p14:creationId xmlns:p14="http://schemas.microsoft.com/office/powerpoint/2010/main" val="1162049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par>
                          <p:cTn id="8" fill="hold">
                            <p:stCondLst>
                              <p:cond delay="500"/>
                            </p:stCondLst>
                            <p:childTnLst>
                              <p:par>
                                <p:cTn id="9" presetID="45"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000"/>
                                        <p:tgtEl>
                                          <p:spTgt spid="5"/>
                                        </p:tgtEl>
                                      </p:cBhvr>
                                    </p:animEffect>
                                    <p:anim calcmode="lin" valueType="num">
                                      <p:cBhvr>
                                        <p:cTn id="12" dur="2000" fill="hold"/>
                                        <p:tgtEl>
                                          <p:spTgt spid="5"/>
                                        </p:tgtEl>
                                        <p:attrNameLst>
                                          <p:attrName>ppt_w</p:attrName>
                                        </p:attrNameLst>
                                      </p:cBhvr>
                                      <p:tavLst>
                                        <p:tav tm="0" fmla="#ppt_w*sin(2.5*pi*$)">
                                          <p:val>
                                            <p:fltVal val="0"/>
                                          </p:val>
                                        </p:tav>
                                        <p:tav tm="100000">
                                          <p:val>
                                            <p:fltVal val="1"/>
                                          </p:val>
                                        </p:tav>
                                      </p:tavLst>
                                    </p:anim>
                                    <p:anim calcmode="lin" valueType="num">
                                      <p:cBhvr>
                                        <p:cTn id="13" dur="2000" fill="hold"/>
                                        <p:tgtEl>
                                          <p:spTgt spid="5"/>
                                        </p:tgtEl>
                                        <p:attrNameLst>
                                          <p:attrName>ppt_h</p:attrName>
                                        </p:attrNameLst>
                                      </p:cBhvr>
                                      <p:tavLst>
                                        <p:tav tm="0">
                                          <p:val>
                                            <p:strVal val="#ppt_h"/>
                                          </p:val>
                                        </p:tav>
                                        <p:tav tm="100000">
                                          <p:val>
                                            <p:strVal val="#ppt_h"/>
                                          </p:val>
                                        </p:tav>
                                      </p:tavLst>
                                    </p:anim>
                                  </p:childTnLst>
                                </p:cTn>
                              </p:par>
                            </p:childTnLst>
                          </p:cTn>
                        </p:par>
                        <p:par>
                          <p:cTn id="14" fill="hold">
                            <p:stCondLst>
                              <p:cond delay="2500"/>
                            </p:stCondLst>
                            <p:childTnLst>
                              <p:par>
                                <p:cTn id="15" presetID="26" presetClass="entr" presetSubtype="0"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80">
                                          <p:stCondLst>
                                            <p:cond delay="0"/>
                                          </p:stCondLst>
                                        </p:cTn>
                                        <p:tgtEl>
                                          <p:spTgt spid="7"/>
                                        </p:tgtEl>
                                      </p:cBhvr>
                                    </p:animEffect>
                                    <p:anim calcmode="lin" valueType="num">
                                      <p:cBhvr>
                                        <p:cTn id="18"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19"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20"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21"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22"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23" dur="26">
                                          <p:stCondLst>
                                            <p:cond delay="650"/>
                                          </p:stCondLst>
                                        </p:cTn>
                                        <p:tgtEl>
                                          <p:spTgt spid="7"/>
                                        </p:tgtEl>
                                      </p:cBhvr>
                                      <p:to x="100000" y="60000"/>
                                    </p:animScale>
                                    <p:animScale>
                                      <p:cBhvr>
                                        <p:cTn id="24" dur="166" decel="50000">
                                          <p:stCondLst>
                                            <p:cond delay="676"/>
                                          </p:stCondLst>
                                        </p:cTn>
                                        <p:tgtEl>
                                          <p:spTgt spid="7"/>
                                        </p:tgtEl>
                                      </p:cBhvr>
                                      <p:to x="100000" y="100000"/>
                                    </p:animScale>
                                    <p:animScale>
                                      <p:cBhvr>
                                        <p:cTn id="25" dur="26">
                                          <p:stCondLst>
                                            <p:cond delay="1312"/>
                                          </p:stCondLst>
                                        </p:cTn>
                                        <p:tgtEl>
                                          <p:spTgt spid="7"/>
                                        </p:tgtEl>
                                      </p:cBhvr>
                                      <p:to x="100000" y="80000"/>
                                    </p:animScale>
                                    <p:animScale>
                                      <p:cBhvr>
                                        <p:cTn id="26" dur="166" decel="50000">
                                          <p:stCondLst>
                                            <p:cond delay="1338"/>
                                          </p:stCondLst>
                                        </p:cTn>
                                        <p:tgtEl>
                                          <p:spTgt spid="7"/>
                                        </p:tgtEl>
                                      </p:cBhvr>
                                      <p:to x="100000" y="100000"/>
                                    </p:animScale>
                                    <p:animScale>
                                      <p:cBhvr>
                                        <p:cTn id="27" dur="26">
                                          <p:stCondLst>
                                            <p:cond delay="1642"/>
                                          </p:stCondLst>
                                        </p:cTn>
                                        <p:tgtEl>
                                          <p:spTgt spid="7"/>
                                        </p:tgtEl>
                                      </p:cBhvr>
                                      <p:to x="100000" y="90000"/>
                                    </p:animScale>
                                    <p:animScale>
                                      <p:cBhvr>
                                        <p:cTn id="28" dur="166" decel="50000">
                                          <p:stCondLst>
                                            <p:cond delay="1668"/>
                                          </p:stCondLst>
                                        </p:cTn>
                                        <p:tgtEl>
                                          <p:spTgt spid="7"/>
                                        </p:tgtEl>
                                      </p:cBhvr>
                                      <p:to x="100000" y="100000"/>
                                    </p:animScale>
                                    <p:animScale>
                                      <p:cBhvr>
                                        <p:cTn id="29" dur="26">
                                          <p:stCondLst>
                                            <p:cond delay="1808"/>
                                          </p:stCondLst>
                                        </p:cTn>
                                        <p:tgtEl>
                                          <p:spTgt spid="7"/>
                                        </p:tgtEl>
                                      </p:cBhvr>
                                      <p:to x="100000" y="95000"/>
                                    </p:animScale>
                                    <p:animScale>
                                      <p:cBhvr>
                                        <p:cTn id="30" dur="166" decel="50000">
                                          <p:stCondLst>
                                            <p:cond delay="1834"/>
                                          </p:stCondLst>
                                        </p:cTn>
                                        <p:tgtEl>
                                          <p:spTgt spid="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AC071A-82C0-0561-0B92-141108268A50}"/>
              </a:ext>
            </a:extLst>
          </p:cNvPr>
          <p:cNvSpPr>
            <a:spLocks noGrp="1"/>
          </p:cNvSpPr>
          <p:nvPr>
            <p:ph idx="1"/>
          </p:nvPr>
        </p:nvSpPr>
        <p:spPr/>
        <p:txBody>
          <a:bodyPr/>
          <a:lstStyle/>
          <a:p>
            <a:pPr marL="0" indent="0">
              <a:buNone/>
            </a:pPr>
            <a:r>
              <a:rPr lang="en-IN" b="1" dirty="0"/>
              <a:t>MALE WEIGHT</a:t>
            </a:r>
          </a:p>
        </p:txBody>
      </p:sp>
      <p:pic>
        <p:nvPicPr>
          <p:cNvPr id="5" name="Picture 4">
            <a:extLst>
              <a:ext uri="{FF2B5EF4-FFF2-40B4-BE49-F238E27FC236}">
                <a16:creationId xmlns:a16="http://schemas.microsoft.com/office/drawing/2014/main" id="{3252AB23-3112-3112-6492-0A5A58459247}"/>
              </a:ext>
            </a:extLst>
          </p:cNvPr>
          <p:cNvPicPr>
            <a:picLocks noChangeAspect="1"/>
          </p:cNvPicPr>
          <p:nvPr/>
        </p:nvPicPr>
        <p:blipFill rotWithShape="1">
          <a:blip r:embed="rId2"/>
          <a:srcRect l="2403" t="24854" r="82233" b="8479"/>
          <a:stretch/>
        </p:blipFill>
        <p:spPr>
          <a:xfrm>
            <a:off x="8318376" y="124287"/>
            <a:ext cx="3675356" cy="6658253"/>
          </a:xfrm>
          <a:prstGeom prst="rect">
            <a:avLst/>
          </a:prstGeom>
        </p:spPr>
      </p:pic>
      <p:pic>
        <p:nvPicPr>
          <p:cNvPr id="7" name="Picture 6">
            <a:extLst>
              <a:ext uri="{FF2B5EF4-FFF2-40B4-BE49-F238E27FC236}">
                <a16:creationId xmlns:a16="http://schemas.microsoft.com/office/drawing/2014/main" id="{A2396A71-3F5A-BEBD-1C69-26960872594A}"/>
              </a:ext>
            </a:extLst>
          </p:cNvPr>
          <p:cNvPicPr>
            <a:picLocks noChangeAspect="1"/>
          </p:cNvPicPr>
          <p:nvPr/>
        </p:nvPicPr>
        <p:blipFill rotWithShape="1">
          <a:blip r:embed="rId2"/>
          <a:srcRect l="21335" t="33139" r="44514" b="30615"/>
          <a:stretch/>
        </p:blipFill>
        <p:spPr>
          <a:xfrm>
            <a:off x="886288" y="2556769"/>
            <a:ext cx="6210669" cy="4225771"/>
          </a:xfrm>
          <a:prstGeom prst="rect">
            <a:avLst/>
          </a:prstGeom>
        </p:spPr>
      </p:pic>
    </p:spTree>
    <p:extLst>
      <p:ext uri="{BB962C8B-B14F-4D97-AF65-F5344CB8AC3E}">
        <p14:creationId xmlns:p14="http://schemas.microsoft.com/office/powerpoint/2010/main" val="1104382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par>
                          <p:cTn id="8" fill="hold">
                            <p:stCondLst>
                              <p:cond delay="500"/>
                            </p:stCondLst>
                            <p:childTnLst>
                              <p:par>
                                <p:cTn id="9" presetID="45"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000"/>
                                        <p:tgtEl>
                                          <p:spTgt spid="5"/>
                                        </p:tgtEl>
                                      </p:cBhvr>
                                    </p:animEffect>
                                    <p:anim calcmode="lin" valueType="num">
                                      <p:cBhvr>
                                        <p:cTn id="12" dur="2000" fill="hold"/>
                                        <p:tgtEl>
                                          <p:spTgt spid="5"/>
                                        </p:tgtEl>
                                        <p:attrNameLst>
                                          <p:attrName>ppt_w</p:attrName>
                                        </p:attrNameLst>
                                      </p:cBhvr>
                                      <p:tavLst>
                                        <p:tav tm="0" fmla="#ppt_w*sin(2.5*pi*$)">
                                          <p:val>
                                            <p:fltVal val="0"/>
                                          </p:val>
                                        </p:tav>
                                        <p:tav tm="100000">
                                          <p:val>
                                            <p:fltVal val="1"/>
                                          </p:val>
                                        </p:tav>
                                      </p:tavLst>
                                    </p:anim>
                                    <p:anim calcmode="lin" valueType="num">
                                      <p:cBhvr>
                                        <p:cTn id="13" dur="2000" fill="hold"/>
                                        <p:tgtEl>
                                          <p:spTgt spid="5"/>
                                        </p:tgtEl>
                                        <p:attrNameLst>
                                          <p:attrName>ppt_h</p:attrName>
                                        </p:attrNameLst>
                                      </p:cBhvr>
                                      <p:tavLst>
                                        <p:tav tm="0">
                                          <p:val>
                                            <p:strVal val="#ppt_h"/>
                                          </p:val>
                                        </p:tav>
                                        <p:tav tm="100000">
                                          <p:val>
                                            <p:strVal val="#ppt_h"/>
                                          </p:val>
                                        </p:tav>
                                      </p:tavLst>
                                    </p:anim>
                                  </p:childTnLst>
                                </p:cTn>
                              </p:par>
                            </p:childTnLst>
                          </p:cTn>
                        </p:par>
                        <p:par>
                          <p:cTn id="14" fill="hold">
                            <p:stCondLst>
                              <p:cond delay="2500"/>
                            </p:stCondLst>
                            <p:childTnLst>
                              <p:par>
                                <p:cTn id="15" presetID="26" presetClass="entr" presetSubtype="0"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80">
                                          <p:stCondLst>
                                            <p:cond delay="0"/>
                                          </p:stCondLst>
                                        </p:cTn>
                                        <p:tgtEl>
                                          <p:spTgt spid="7"/>
                                        </p:tgtEl>
                                      </p:cBhvr>
                                    </p:animEffect>
                                    <p:anim calcmode="lin" valueType="num">
                                      <p:cBhvr>
                                        <p:cTn id="18"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19"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20"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21"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22"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23" dur="26">
                                          <p:stCondLst>
                                            <p:cond delay="650"/>
                                          </p:stCondLst>
                                        </p:cTn>
                                        <p:tgtEl>
                                          <p:spTgt spid="7"/>
                                        </p:tgtEl>
                                      </p:cBhvr>
                                      <p:to x="100000" y="60000"/>
                                    </p:animScale>
                                    <p:animScale>
                                      <p:cBhvr>
                                        <p:cTn id="24" dur="166" decel="50000">
                                          <p:stCondLst>
                                            <p:cond delay="676"/>
                                          </p:stCondLst>
                                        </p:cTn>
                                        <p:tgtEl>
                                          <p:spTgt spid="7"/>
                                        </p:tgtEl>
                                      </p:cBhvr>
                                      <p:to x="100000" y="100000"/>
                                    </p:animScale>
                                    <p:animScale>
                                      <p:cBhvr>
                                        <p:cTn id="25" dur="26">
                                          <p:stCondLst>
                                            <p:cond delay="1312"/>
                                          </p:stCondLst>
                                        </p:cTn>
                                        <p:tgtEl>
                                          <p:spTgt spid="7"/>
                                        </p:tgtEl>
                                      </p:cBhvr>
                                      <p:to x="100000" y="80000"/>
                                    </p:animScale>
                                    <p:animScale>
                                      <p:cBhvr>
                                        <p:cTn id="26" dur="166" decel="50000">
                                          <p:stCondLst>
                                            <p:cond delay="1338"/>
                                          </p:stCondLst>
                                        </p:cTn>
                                        <p:tgtEl>
                                          <p:spTgt spid="7"/>
                                        </p:tgtEl>
                                      </p:cBhvr>
                                      <p:to x="100000" y="100000"/>
                                    </p:animScale>
                                    <p:animScale>
                                      <p:cBhvr>
                                        <p:cTn id="27" dur="26">
                                          <p:stCondLst>
                                            <p:cond delay="1642"/>
                                          </p:stCondLst>
                                        </p:cTn>
                                        <p:tgtEl>
                                          <p:spTgt spid="7"/>
                                        </p:tgtEl>
                                      </p:cBhvr>
                                      <p:to x="100000" y="90000"/>
                                    </p:animScale>
                                    <p:animScale>
                                      <p:cBhvr>
                                        <p:cTn id="28" dur="166" decel="50000">
                                          <p:stCondLst>
                                            <p:cond delay="1668"/>
                                          </p:stCondLst>
                                        </p:cTn>
                                        <p:tgtEl>
                                          <p:spTgt spid="7"/>
                                        </p:tgtEl>
                                      </p:cBhvr>
                                      <p:to x="100000" y="100000"/>
                                    </p:animScale>
                                    <p:animScale>
                                      <p:cBhvr>
                                        <p:cTn id="29" dur="26">
                                          <p:stCondLst>
                                            <p:cond delay="1808"/>
                                          </p:stCondLst>
                                        </p:cTn>
                                        <p:tgtEl>
                                          <p:spTgt spid="7"/>
                                        </p:tgtEl>
                                      </p:cBhvr>
                                      <p:to x="100000" y="95000"/>
                                    </p:animScale>
                                    <p:animScale>
                                      <p:cBhvr>
                                        <p:cTn id="30" dur="166" decel="50000">
                                          <p:stCondLst>
                                            <p:cond delay="1834"/>
                                          </p:stCondLst>
                                        </p:cTn>
                                        <p:tgtEl>
                                          <p:spTgt spid="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04099-F40F-B339-77BE-2DCD3FB96589}"/>
              </a:ext>
            </a:extLst>
          </p:cNvPr>
          <p:cNvSpPr>
            <a:spLocks noGrp="1"/>
          </p:cNvSpPr>
          <p:nvPr>
            <p:ph type="title"/>
          </p:nvPr>
        </p:nvSpPr>
        <p:spPr>
          <a:xfrm>
            <a:off x="287785" y="374002"/>
            <a:ext cx="10515600" cy="1325563"/>
          </a:xfrm>
        </p:spPr>
        <p:txBody>
          <a:bodyPr>
            <a:normAutofit/>
          </a:bodyPr>
          <a:lstStyle/>
          <a:p>
            <a:r>
              <a:rPr lang="en-IN" sz="8000" b="1" u="sng" dirty="0"/>
              <a:t>4. CHARTS</a:t>
            </a:r>
          </a:p>
        </p:txBody>
      </p:sp>
      <p:sp>
        <p:nvSpPr>
          <p:cNvPr id="3" name="Content Placeholder 2">
            <a:extLst>
              <a:ext uri="{FF2B5EF4-FFF2-40B4-BE49-F238E27FC236}">
                <a16:creationId xmlns:a16="http://schemas.microsoft.com/office/drawing/2014/main" id="{2CD673F4-A91F-3F9E-6702-5D67A8C300AE}"/>
              </a:ext>
            </a:extLst>
          </p:cNvPr>
          <p:cNvSpPr>
            <a:spLocks noGrp="1"/>
          </p:cNvSpPr>
          <p:nvPr>
            <p:ph idx="1"/>
          </p:nvPr>
        </p:nvSpPr>
        <p:spPr>
          <a:xfrm>
            <a:off x="216763" y="1870014"/>
            <a:ext cx="10515600" cy="4351338"/>
          </a:xfrm>
        </p:spPr>
        <p:txBody>
          <a:bodyPr>
            <a:normAutofit/>
          </a:bodyPr>
          <a:lstStyle/>
          <a:p>
            <a:pPr>
              <a:buFont typeface="Wingdings" panose="05000000000000000000" pitchFamily="2" charset="2"/>
              <a:buChar char="v"/>
            </a:pPr>
            <a:r>
              <a:rPr lang="en-IN" sz="5400" dirty="0">
                <a:solidFill>
                  <a:srgbClr val="00B050"/>
                </a:solidFill>
                <a:effectLst>
                  <a:outerShdw blurRad="38100" dist="38100" dir="2700000" algn="tl">
                    <a:srgbClr val="000000">
                      <a:alpha val="43137"/>
                    </a:srgbClr>
                  </a:outerShdw>
                </a:effectLst>
              </a:rPr>
              <a:t>FREQUENCY FUNCTION</a:t>
            </a:r>
          </a:p>
          <a:p>
            <a:pPr>
              <a:buFont typeface="Wingdings" panose="05000000000000000000" pitchFamily="2" charset="2"/>
              <a:buChar char="v"/>
            </a:pPr>
            <a:r>
              <a:rPr lang="en-IN" sz="5400" dirty="0">
                <a:solidFill>
                  <a:srgbClr val="00B050"/>
                </a:solidFill>
                <a:effectLst>
                  <a:outerShdw blurRad="38100" dist="38100" dir="2700000" algn="tl">
                    <a:srgbClr val="000000">
                      <a:alpha val="43137"/>
                    </a:srgbClr>
                  </a:outerShdw>
                </a:effectLst>
              </a:rPr>
              <a:t>COUNTIF FUNCTION</a:t>
            </a:r>
          </a:p>
        </p:txBody>
      </p:sp>
    </p:spTree>
    <p:extLst>
      <p:ext uri="{BB962C8B-B14F-4D97-AF65-F5344CB8AC3E}">
        <p14:creationId xmlns:p14="http://schemas.microsoft.com/office/powerpoint/2010/main" val="3277814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fill="hold" nodeType="afterEffect">
                                  <p:stCondLst>
                                    <p:cond delay="0"/>
                                  </p:stCondLst>
                                  <p:childTnLst>
                                    <p:animRot by="120000">
                                      <p:cBhvr>
                                        <p:cTn id="6" dur="100" fill="hold">
                                          <p:stCondLst>
                                            <p:cond delay="0"/>
                                          </p:stCondLst>
                                        </p:cTn>
                                        <p:tgtEl>
                                          <p:spTgt spid="3">
                                            <p:txEl>
                                              <p:pRg st="0" end="0"/>
                                            </p:txEl>
                                          </p:spTgt>
                                        </p:tgtEl>
                                        <p:attrNameLst>
                                          <p:attrName>r</p:attrName>
                                        </p:attrNameLst>
                                      </p:cBhvr>
                                    </p:animRot>
                                    <p:animRot by="-240000">
                                      <p:cBhvr>
                                        <p:cTn id="7" dur="200" fill="hold">
                                          <p:stCondLst>
                                            <p:cond delay="200"/>
                                          </p:stCondLst>
                                        </p:cTn>
                                        <p:tgtEl>
                                          <p:spTgt spid="3">
                                            <p:txEl>
                                              <p:pRg st="0" end="0"/>
                                            </p:txEl>
                                          </p:spTgt>
                                        </p:tgtEl>
                                        <p:attrNameLst>
                                          <p:attrName>r</p:attrName>
                                        </p:attrNameLst>
                                      </p:cBhvr>
                                    </p:animRot>
                                    <p:animRot by="240000">
                                      <p:cBhvr>
                                        <p:cTn id="8" dur="200" fill="hold">
                                          <p:stCondLst>
                                            <p:cond delay="400"/>
                                          </p:stCondLst>
                                        </p:cTn>
                                        <p:tgtEl>
                                          <p:spTgt spid="3">
                                            <p:txEl>
                                              <p:pRg st="0" end="0"/>
                                            </p:txEl>
                                          </p:spTgt>
                                        </p:tgtEl>
                                        <p:attrNameLst>
                                          <p:attrName>r</p:attrName>
                                        </p:attrNameLst>
                                      </p:cBhvr>
                                    </p:animRot>
                                    <p:animRot by="-240000">
                                      <p:cBhvr>
                                        <p:cTn id="9" dur="200" fill="hold">
                                          <p:stCondLst>
                                            <p:cond delay="600"/>
                                          </p:stCondLst>
                                        </p:cTn>
                                        <p:tgtEl>
                                          <p:spTgt spid="3">
                                            <p:txEl>
                                              <p:pRg st="0" end="0"/>
                                            </p:txEl>
                                          </p:spTgt>
                                        </p:tgtEl>
                                        <p:attrNameLst>
                                          <p:attrName>r</p:attrName>
                                        </p:attrNameLst>
                                      </p:cBhvr>
                                    </p:animRot>
                                    <p:animRot by="120000">
                                      <p:cBhvr>
                                        <p:cTn id="10" dur="200" fill="hold">
                                          <p:stCondLst>
                                            <p:cond delay="800"/>
                                          </p:stCondLst>
                                        </p:cTn>
                                        <p:tgtEl>
                                          <p:spTgt spid="3">
                                            <p:txEl>
                                              <p:pRg st="0" end="0"/>
                                            </p:txEl>
                                          </p:spTgt>
                                        </p:tgtEl>
                                        <p:attrNameLst>
                                          <p:attrName>r</p:attrName>
                                        </p:attrNameLst>
                                      </p:cBhvr>
                                    </p:animRot>
                                  </p:childTnLst>
                                </p:cTn>
                              </p:par>
                            </p:childTnLst>
                          </p:cTn>
                        </p:par>
                        <p:par>
                          <p:cTn id="11" fill="hold">
                            <p:stCondLst>
                              <p:cond delay="1000"/>
                            </p:stCondLst>
                            <p:childTnLst>
                              <p:par>
                                <p:cTn id="12" presetID="32" presetClass="emph" presetSubtype="0" fill="hold" nodeType="afterEffect">
                                  <p:stCondLst>
                                    <p:cond delay="0"/>
                                  </p:stCondLst>
                                  <p:childTnLst>
                                    <p:animRot by="120000">
                                      <p:cBhvr>
                                        <p:cTn id="13" dur="100" fill="hold">
                                          <p:stCondLst>
                                            <p:cond delay="0"/>
                                          </p:stCondLst>
                                        </p:cTn>
                                        <p:tgtEl>
                                          <p:spTgt spid="3">
                                            <p:txEl>
                                              <p:pRg st="1" end="1"/>
                                            </p:txEl>
                                          </p:spTgt>
                                        </p:tgtEl>
                                        <p:attrNameLst>
                                          <p:attrName>r</p:attrName>
                                        </p:attrNameLst>
                                      </p:cBhvr>
                                    </p:animRot>
                                    <p:animRot by="-240000">
                                      <p:cBhvr>
                                        <p:cTn id="14" dur="200" fill="hold">
                                          <p:stCondLst>
                                            <p:cond delay="200"/>
                                          </p:stCondLst>
                                        </p:cTn>
                                        <p:tgtEl>
                                          <p:spTgt spid="3">
                                            <p:txEl>
                                              <p:pRg st="1" end="1"/>
                                            </p:txEl>
                                          </p:spTgt>
                                        </p:tgtEl>
                                        <p:attrNameLst>
                                          <p:attrName>r</p:attrName>
                                        </p:attrNameLst>
                                      </p:cBhvr>
                                    </p:animRot>
                                    <p:animRot by="240000">
                                      <p:cBhvr>
                                        <p:cTn id="15" dur="200" fill="hold">
                                          <p:stCondLst>
                                            <p:cond delay="400"/>
                                          </p:stCondLst>
                                        </p:cTn>
                                        <p:tgtEl>
                                          <p:spTgt spid="3">
                                            <p:txEl>
                                              <p:pRg st="1" end="1"/>
                                            </p:txEl>
                                          </p:spTgt>
                                        </p:tgtEl>
                                        <p:attrNameLst>
                                          <p:attrName>r</p:attrName>
                                        </p:attrNameLst>
                                      </p:cBhvr>
                                    </p:animRot>
                                    <p:animRot by="-240000">
                                      <p:cBhvr>
                                        <p:cTn id="16" dur="200" fill="hold">
                                          <p:stCondLst>
                                            <p:cond delay="600"/>
                                          </p:stCondLst>
                                        </p:cTn>
                                        <p:tgtEl>
                                          <p:spTgt spid="3">
                                            <p:txEl>
                                              <p:pRg st="1" end="1"/>
                                            </p:txEl>
                                          </p:spTgt>
                                        </p:tgtEl>
                                        <p:attrNameLst>
                                          <p:attrName>r</p:attrName>
                                        </p:attrNameLst>
                                      </p:cBhvr>
                                    </p:animRot>
                                    <p:animRot by="120000">
                                      <p:cBhvr>
                                        <p:cTn id="17" dur="200" fill="hold">
                                          <p:stCondLst>
                                            <p:cond delay="800"/>
                                          </p:stCondLst>
                                        </p:cTn>
                                        <p:tgtEl>
                                          <p:spTgt spid="3">
                                            <p:txEl>
                                              <p:pRg st="1" end="1"/>
                                            </p:txEl>
                                          </p:spTgt>
                                        </p:tgtEl>
                                        <p:attrNameLst>
                                          <p:attrName>r</p:attrName>
                                        </p:attrNameLst>
                                      </p:cBhvr>
                                    </p:animRot>
                                  </p:childTnLst>
                                </p:cTn>
                              </p:par>
                            </p:childTnLst>
                          </p:cTn>
                        </p:par>
                        <p:par>
                          <p:cTn id="18" fill="hold">
                            <p:stCondLst>
                              <p:cond delay="2000"/>
                            </p:stCondLst>
                            <p:childTnLst>
                              <p:par>
                                <p:cTn id="19" presetID="16" presetClass="entr" presetSubtype="21" fill="hold" grpId="0" nodeType="after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barn(inVertical)">
                                      <p:cBhvr>
                                        <p:cTn id="2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9F714-4C20-879C-4A1D-CF836F9E1850}"/>
              </a:ext>
            </a:extLst>
          </p:cNvPr>
          <p:cNvSpPr>
            <a:spLocks noGrp="1"/>
          </p:cNvSpPr>
          <p:nvPr>
            <p:ph type="title"/>
          </p:nvPr>
        </p:nvSpPr>
        <p:spPr/>
        <p:txBody>
          <a:bodyPr/>
          <a:lstStyle/>
          <a:p>
            <a:r>
              <a:rPr lang="en-IN" b="1" dirty="0">
                <a:effectLst>
                  <a:outerShdw blurRad="38100" dist="38100" dir="2700000" algn="tl">
                    <a:srgbClr val="000000">
                      <a:alpha val="43137"/>
                    </a:srgbClr>
                  </a:outerShdw>
                </a:effectLst>
              </a:rPr>
              <a:t>FREQUENCY FUNCTION</a:t>
            </a:r>
          </a:p>
        </p:txBody>
      </p:sp>
      <p:pic>
        <p:nvPicPr>
          <p:cNvPr id="5" name="Content Placeholder 4">
            <a:extLst>
              <a:ext uri="{FF2B5EF4-FFF2-40B4-BE49-F238E27FC236}">
                <a16:creationId xmlns:a16="http://schemas.microsoft.com/office/drawing/2014/main" id="{B3B5E3E2-D6BE-1BCB-748E-05BFC7043B96}"/>
              </a:ext>
            </a:extLst>
          </p:cNvPr>
          <p:cNvPicPr>
            <a:picLocks noGrp="1" noChangeAspect="1"/>
          </p:cNvPicPr>
          <p:nvPr>
            <p:ph idx="1"/>
          </p:nvPr>
        </p:nvPicPr>
        <p:blipFill rotWithShape="1">
          <a:blip r:embed="rId2"/>
          <a:srcRect l="2527" t="27412" r="69012" b="9138"/>
          <a:stretch/>
        </p:blipFill>
        <p:spPr>
          <a:xfrm>
            <a:off x="8069802" y="435007"/>
            <a:ext cx="3994952" cy="6057868"/>
          </a:xfrm>
        </p:spPr>
      </p:pic>
      <p:pic>
        <p:nvPicPr>
          <p:cNvPr id="7" name="Picture 6">
            <a:extLst>
              <a:ext uri="{FF2B5EF4-FFF2-40B4-BE49-F238E27FC236}">
                <a16:creationId xmlns:a16="http://schemas.microsoft.com/office/drawing/2014/main" id="{25968328-7A50-E156-1EE2-8E56B96BB3EC}"/>
              </a:ext>
            </a:extLst>
          </p:cNvPr>
          <p:cNvPicPr>
            <a:picLocks noChangeAspect="1"/>
          </p:cNvPicPr>
          <p:nvPr/>
        </p:nvPicPr>
        <p:blipFill rotWithShape="1">
          <a:blip r:embed="rId3"/>
          <a:srcRect l="1406" t="27082" r="51797" b="26806"/>
          <a:stretch/>
        </p:blipFill>
        <p:spPr>
          <a:xfrm>
            <a:off x="509726" y="1619667"/>
            <a:ext cx="7400278" cy="4603580"/>
          </a:xfrm>
          <a:prstGeom prst="rect">
            <a:avLst/>
          </a:prstGeom>
        </p:spPr>
      </p:pic>
    </p:spTree>
    <p:extLst>
      <p:ext uri="{BB962C8B-B14F-4D97-AF65-F5344CB8AC3E}">
        <p14:creationId xmlns:p14="http://schemas.microsoft.com/office/powerpoint/2010/main" val="696197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grpId="0" nodeType="afterEffect">
                                  <p:stCondLst>
                                    <p:cond delay="0"/>
                                  </p:stCondLst>
                                  <p:childTnLst>
                                    <p:animRot by="21600000">
                                      <p:cBhvr>
                                        <p:cTn id="6" dur="2000" fill="hold"/>
                                        <p:tgtEl>
                                          <p:spTgt spid="2"/>
                                        </p:tgtEl>
                                        <p:attrNameLst>
                                          <p:attrName>r</p:attrName>
                                        </p:attrNameLst>
                                      </p:cBhvr>
                                    </p:animRot>
                                  </p:childTnLst>
                                </p:cTn>
                              </p:par>
                            </p:childTnLst>
                          </p:cTn>
                        </p:par>
                        <p:par>
                          <p:cTn id="7" fill="hold">
                            <p:stCondLst>
                              <p:cond delay="2000"/>
                            </p:stCondLst>
                            <p:childTnLst>
                              <p:par>
                                <p:cTn id="8" presetID="14" presetClass="entr" presetSubtype="10" fill="hold" nodeType="after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randombar(horizontal)">
                                      <p:cBhvr>
                                        <p:cTn id="10" dur="500"/>
                                        <p:tgtEl>
                                          <p:spTgt spid="5"/>
                                        </p:tgtEl>
                                      </p:cBhvr>
                                    </p:animEffect>
                                  </p:childTnLst>
                                </p:cTn>
                              </p:par>
                            </p:childTnLst>
                          </p:cTn>
                        </p:par>
                        <p:par>
                          <p:cTn id="11" fill="hold">
                            <p:stCondLst>
                              <p:cond delay="2500"/>
                            </p:stCondLst>
                            <p:childTnLst>
                              <p:par>
                                <p:cTn id="12" presetID="21" presetClass="entr" presetSubtype="1" fill="hold" nodeType="after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heel(1)">
                                      <p:cBhvr>
                                        <p:cTn id="14"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8C8FB-823A-866F-75FE-89555B9D581C}"/>
              </a:ext>
            </a:extLst>
          </p:cNvPr>
          <p:cNvSpPr>
            <a:spLocks noGrp="1"/>
          </p:cNvSpPr>
          <p:nvPr>
            <p:ph type="title"/>
          </p:nvPr>
        </p:nvSpPr>
        <p:spPr/>
        <p:txBody>
          <a:bodyPr/>
          <a:lstStyle/>
          <a:p>
            <a:r>
              <a:rPr lang="en-IN" b="1" u="sng" dirty="0">
                <a:effectLst>
                  <a:outerShdw blurRad="38100" dist="38100" dir="2700000" algn="tl">
                    <a:srgbClr val="000000">
                      <a:alpha val="43137"/>
                    </a:srgbClr>
                  </a:outerShdw>
                </a:effectLst>
              </a:rPr>
              <a:t>COUNTIF FUNCTION</a:t>
            </a:r>
          </a:p>
        </p:txBody>
      </p:sp>
      <p:pic>
        <p:nvPicPr>
          <p:cNvPr id="17" name="Content Placeholder 16">
            <a:extLst>
              <a:ext uri="{FF2B5EF4-FFF2-40B4-BE49-F238E27FC236}">
                <a16:creationId xmlns:a16="http://schemas.microsoft.com/office/drawing/2014/main" id="{C5783D91-BDDD-01C6-67DA-BD3085FE9E23}"/>
              </a:ext>
            </a:extLst>
          </p:cNvPr>
          <p:cNvPicPr>
            <a:picLocks noGrp="1" noChangeAspect="1"/>
          </p:cNvPicPr>
          <p:nvPr>
            <p:ph idx="1"/>
          </p:nvPr>
        </p:nvPicPr>
        <p:blipFill rotWithShape="1">
          <a:blip r:embed="rId2"/>
          <a:srcRect l="4477" t="29656" r="53290" b="8934"/>
          <a:stretch/>
        </p:blipFill>
        <p:spPr>
          <a:xfrm>
            <a:off x="8086817" y="284085"/>
            <a:ext cx="4004569" cy="6303146"/>
          </a:xfrm>
        </p:spPr>
      </p:pic>
      <p:pic>
        <p:nvPicPr>
          <p:cNvPr id="19" name="Picture 18">
            <a:extLst>
              <a:ext uri="{FF2B5EF4-FFF2-40B4-BE49-F238E27FC236}">
                <a16:creationId xmlns:a16="http://schemas.microsoft.com/office/drawing/2014/main" id="{BE1E005A-76DB-6354-4A1A-E398FEAA47E5}"/>
              </a:ext>
            </a:extLst>
          </p:cNvPr>
          <p:cNvPicPr>
            <a:picLocks noChangeAspect="1"/>
          </p:cNvPicPr>
          <p:nvPr/>
        </p:nvPicPr>
        <p:blipFill rotWithShape="1">
          <a:blip r:embed="rId3"/>
          <a:srcRect l="1172" t="36250" r="56875" b="19306"/>
          <a:stretch/>
        </p:blipFill>
        <p:spPr>
          <a:xfrm>
            <a:off x="321216" y="1553050"/>
            <a:ext cx="7567936" cy="5171820"/>
          </a:xfrm>
          <a:prstGeom prst="rect">
            <a:avLst/>
          </a:prstGeom>
        </p:spPr>
      </p:pic>
    </p:spTree>
    <p:extLst>
      <p:ext uri="{BB962C8B-B14F-4D97-AF65-F5344CB8AC3E}">
        <p14:creationId xmlns:p14="http://schemas.microsoft.com/office/powerpoint/2010/main" val="2980116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grpId="0" nodeType="afterEffect">
                                  <p:stCondLst>
                                    <p:cond delay="0"/>
                                  </p:stCondLst>
                                  <p:childTnLst>
                                    <p:animRot by="21600000">
                                      <p:cBhvr>
                                        <p:cTn id="6" dur="2000" fill="hold"/>
                                        <p:tgtEl>
                                          <p:spTgt spid="2"/>
                                        </p:tgtEl>
                                        <p:attrNameLst>
                                          <p:attrName>r</p:attrName>
                                        </p:attrNameLst>
                                      </p:cBhvr>
                                    </p:animRot>
                                  </p:childTnLst>
                                </p:cTn>
                              </p:par>
                            </p:childTnLst>
                          </p:cTn>
                        </p:par>
                        <p:par>
                          <p:cTn id="7" fill="hold">
                            <p:stCondLst>
                              <p:cond delay="2000"/>
                            </p:stCondLst>
                            <p:childTnLst>
                              <p:par>
                                <p:cTn id="8" presetID="14" presetClass="entr" presetSubtype="10" fill="hold" nodeType="after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randombar(horizontal)">
                                      <p:cBhvr>
                                        <p:cTn id="10" dur="500"/>
                                        <p:tgtEl>
                                          <p:spTgt spid="17"/>
                                        </p:tgtEl>
                                      </p:cBhvr>
                                    </p:animEffect>
                                  </p:childTnLst>
                                </p:cTn>
                              </p:par>
                            </p:childTnLst>
                          </p:cTn>
                        </p:par>
                        <p:par>
                          <p:cTn id="11" fill="hold">
                            <p:stCondLst>
                              <p:cond delay="2500"/>
                            </p:stCondLst>
                            <p:childTnLst>
                              <p:par>
                                <p:cTn id="12" presetID="21" presetClass="entr" presetSubtype="1" fill="hold" nodeType="after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wheel(1)">
                                      <p:cBhvr>
                                        <p:cTn id="14" dur="2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CBDEE0A-D687-6AE0-6BE3-D81FA9E9BB36}"/>
              </a:ext>
            </a:extLst>
          </p:cNvPr>
          <p:cNvPicPr>
            <a:picLocks noGrp="1" noChangeAspect="1"/>
          </p:cNvPicPr>
          <p:nvPr>
            <p:ph idx="1"/>
          </p:nvPr>
        </p:nvPicPr>
        <p:blipFill rotWithShape="1">
          <a:blip r:embed="rId2"/>
          <a:srcRect l="4478" t="25372" r="62815" b="9342"/>
          <a:stretch/>
        </p:blipFill>
        <p:spPr>
          <a:xfrm>
            <a:off x="8078679" y="130945"/>
            <a:ext cx="4048218" cy="6596109"/>
          </a:xfrm>
        </p:spPr>
      </p:pic>
      <p:pic>
        <p:nvPicPr>
          <p:cNvPr id="7" name="Picture 6">
            <a:extLst>
              <a:ext uri="{FF2B5EF4-FFF2-40B4-BE49-F238E27FC236}">
                <a16:creationId xmlns:a16="http://schemas.microsoft.com/office/drawing/2014/main" id="{11596748-1445-B064-91DB-8535F765FC29}"/>
              </a:ext>
            </a:extLst>
          </p:cNvPr>
          <p:cNvPicPr>
            <a:picLocks noChangeAspect="1"/>
          </p:cNvPicPr>
          <p:nvPr/>
        </p:nvPicPr>
        <p:blipFill rotWithShape="1">
          <a:blip r:embed="rId3"/>
          <a:srcRect l="2032" t="48611" r="51250" b="17639"/>
          <a:stretch/>
        </p:blipFill>
        <p:spPr>
          <a:xfrm>
            <a:off x="301843" y="1201814"/>
            <a:ext cx="7622957" cy="4826124"/>
          </a:xfrm>
          <a:prstGeom prst="rect">
            <a:avLst/>
          </a:prstGeom>
        </p:spPr>
      </p:pic>
    </p:spTree>
    <p:extLst>
      <p:ext uri="{BB962C8B-B14F-4D97-AF65-F5344CB8AC3E}">
        <p14:creationId xmlns:p14="http://schemas.microsoft.com/office/powerpoint/2010/main" val="1351932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heel(1)">
                                      <p:cBhvr>
                                        <p:cTn id="11"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694C05C-BD03-7F19-5DE1-61B1108C6870}"/>
              </a:ext>
            </a:extLst>
          </p:cNvPr>
          <p:cNvPicPr>
            <a:picLocks noGrp="1" noChangeAspect="1"/>
          </p:cNvPicPr>
          <p:nvPr>
            <p:ph idx="1"/>
          </p:nvPr>
        </p:nvPicPr>
        <p:blipFill rotWithShape="1">
          <a:blip r:embed="rId2"/>
          <a:srcRect l="4249" t="25365" r="68553" b="6287"/>
          <a:stretch/>
        </p:blipFill>
        <p:spPr>
          <a:xfrm>
            <a:off x="8632913" y="292963"/>
            <a:ext cx="3218776" cy="6436311"/>
          </a:xfrm>
        </p:spPr>
      </p:pic>
      <p:pic>
        <p:nvPicPr>
          <p:cNvPr id="7" name="Picture 6">
            <a:extLst>
              <a:ext uri="{FF2B5EF4-FFF2-40B4-BE49-F238E27FC236}">
                <a16:creationId xmlns:a16="http://schemas.microsoft.com/office/drawing/2014/main" id="{EB73A195-F32B-0285-ABEC-6F04AE3F55F9}"/>
              </a:ext>
            </a:extLst>
          </p:cNvPr>
          <p:cNvPicPr>
            <a:picLocks noChangeAspect="1"/>
          </p:cNvPicPr>
          <p:nvPr/>
        </p:nvPicPr>
        <p:blipFill rotWithShape="1">
          <a:blip r:embed="rId3"/>
          <a:srcRect l="1892" t="35132" r="52171" b="18123"/>
          <a:stretch/>
        </p:blipFill>
        <p:spPr>
          <a:xfrm>
            <a:off x="657066" y="526424"/>
            <a:ext cx="7696200" cy="5600699"/>
          </a:xfrm>
          <a:prstGeom prst="rect">
            <a:avLst/>
          </a:prstGeom>
        </p:spPr>
      </p:pic>
    </p:spTree>
    <p:extLst>
      <p:ext uri="{BB962C8B-B14F-4D97-AF65-F5344CB8AC3E}">
        <p14:creationId xmlns:p14="http://schemas.microsoft.com/office/powerpoint/2010/main" val="1637806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heel(1)">
                                      <p:cBhvr>
                                        <p:cTn id="11"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100+ Alternative Ways to Say &quot;Thank You!&quot; - PairedLife">
            <a:extLst>
              <a:ext uri="{FF2B5EF4-FFF2-40B4-BE49-F238E27FC236}">
                <a16:creationId xmlns:a16="http://schemas.microsoft.com/office/drawing/2014/main" id="{958BD47E-3A70-EF44-6A01-F83B553F73A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672729" y="514905"/>
            <a:ext cx="9288018" cy="59708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8136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nodeType="after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p:cTn id="7" dur="1000" decel="50000" fill="hold">
                                          <p:stCondLst>
                                            <p:cond delay="0"/>
                                          </p:stCondLst>
                                        </p:cTn>
                                        <p:tgtEl>
                                          <p:spTgt spid="1026"/>
                                        </p:tgtEl>
                                        <p:attrNameLst>
                                          <p:attrName>style.rotation</p:attrName>
                                        </p:attrNameLst>
                                      </p:cBhvr>
                                      <p:tavLst>
                                        <p:tav tm="0">
                                          <p:val>
                                            <p:fltVal val="-90"/>
                                          </p:val>
                                        </p:tav>
                                        <p:tav tm="100000">
                                          <p:val>
                                            <p:fltVal val="0"/>
                                          </p:val>
                                        </p:tav>
                                      </p:tavLst>
                                    </p:anim>
                                    <p:anim calcmode="lin" valueType="num">
                                      <p:cBhvr>
                                        <p:cTn id="8" dur="1000" decel="50000" fill="hold">
                                          <p:stCondLst>
                                            <p:cond delay="0"/>
                                          </p:stCondLst>
                                        </p:cTn>
                                        <p:tgtEl>
                                          <p:spTgt spid="1026"/>
                                        </p:tgtEl>
                                        <p:attrNameLst>
                                          <p:attrName>ppt_w</p:attrName>
                                        </p:attrNameLst>
                                      </p:cBhvr>
                                      <p:tavLst>
                                        <p:tav tm="0">
                                          <p:val>
                                            <p:strVal val="#ppt_w"/>
                                          </p:val>
                                        </p:tav>
                                        <p:tav tm="100000">
                                          <p:val>
                                            <p:strVal val="#ppt_w*.05"/>
                                          </p:val>
                                        </p:tav>
                                      </p:tavLst>
                                    </p:anim>
                                    <p:anim calcmode="lin" valueType="num">
                                      <p:cBhvr>
                                        <p:cTn id="9" dur="1000" accel="50000" fill="hold">
                                          <p:stCondLst>
                                            <p:cond delay="1000"/>
                                          </p:stCondLst>
                                        </p:cTn>
                                        <p:tgtEl>
                                          <p:spTgt spid="1026"/>
                                        </p:tgtEl>
                                        <p:attrNameLst>
                                          <p:attrName>ppt_w</p:attrName>
                                        </p:attrNameLst>
                                      </p:cBhvr>
                                      <p:tavLst>
                                        <p:tav tm="0">
                                          <p:val>
                                            <p:strVal val="#ppt_w*.05"/>
                                          </p:val>
                                        </p:tav>
                                        <p:tav tm="100000">
                                          <p:val>
                                            <p:strVal val="#ppt_w"/>
                                          </p:val>
                                        </p:tav>
                                      </p:tavLst>
                                    </p:anim>
                                    <p:anim calcmode="lin" valueType="num">
                                      <p:cBhvr>
                                        <p:cTn id="10" dur="2000" fill="hold"/>
                                        <p:tgtEl>
                                          <p:spTgt spid="1026"/>
                                        </p:tgtEl>
                                        <p:attrNameLst>
                                          <p:attrName>ppt_h</p:attrName>
                                        </p:attrNameLst>
                                      </p:cBhvr>
                                      <p:tavLst>
                                        <p:tav tm="0">
                                          <p:val>
                                            <p:strVal val="#ppt_h"/>
                                          </p:val>
                                        </p:tav>
                                        <p:tav tm="100000">
                                          <p:val>
                                            <p:strVal val="#ppt_h"/>
                                          </p:val>
                                        </p:tav>
                                      </p:tavLst>
                                    </p:anim>
                                    <p:anim calcmode="lin" valueType="num">
                                      <p:cBhvr>
                                        <p:cTn id="11" dur="1000" decel="50000" fill="hold">
                                          <p:stCondLst>
                                            <p:cond delay="0"/>
                                          </p:stCondLst>
                                        </p:cTn>
                                        <p:tgtEl>
                                          <p:spTgt spid="1026"/>
                                        </p:tgtEl>
                                        <p:attrNameLst>
                                          <p:attrName>ppt_x</p:attrName>
                                        </p:attrNameLst>
                                      </p:cBhvr>
                                      <p:tavLst>
                                        <p:tav tm="0">
                                          <p:val>
                                            <p:strVal val="#ppt_x+.4"/>
                                          </p:val>
                                        </p:tav>
                                        <p:tav tm="100000">
                                          <p:val>
                                            <p:strVal val="#ppt_x"/>
                                          </p:val>
                                        </p:tav>
                                      </p:tavLst>
                                    </p:anim>
                                    <p:anim calcmode="lin" valueType="num">
                                      <p:cBhvr>
                                        <p:cTn id="12" dur="1000" decel="50000" fill="hold">
                                          <p:stCondLst>
                                            <p:cond delay="0"/>
                                          </p:stCondLst>
                                        </p:cTn>
                                        <p:tgtEl>
                                          <p:spTgt spid="1026"/>
                                        </p:tgtEl>
                                        <p:attrNameLst>
                                          <p:attrName>ppt_y</p:attrName>
                                        </p:attrNameLst>
                                      </p:cBhvr>
                                      <p:tavLst>
                                        <p:tav tm="0">
                                          <p:val>
                                            <p:strVal val="#ppt_y-.2"/>
                                          </p:val>
                                        </p:tav>
                                        <p:tav tm="100000">
                                          <p:val>
                                            <p:strVal val="#ppt_y+.1"/>
                                          </p:val>
                                        </p:tav>
                                      </p:tavLst>
                                    </p:anim>
                                    <p:anim calcmode="lin" valueType="num">
                                      <p:cBhvr>
                                        <p:cTn id="13" dur="1000" accel="50000" fill="hold">
                                          <p:stCondLst>
                                            <p:cond delay="1000"/>
                                          </p:stCondLst>
                                        </p:cTn>
                                        <p:tgtEl>
                                          <p:spTgt spid="1026"/>
                                        </p:tgtEl>
                                        <p:attrNameLst>
                                          <p:attrName>ppt_y</p:attrName>
                                        </p:attrNameLst>
                                      </p:cBhvr>
                                      <p:tavLst>
                                        <p:tav tm="0">
                                          <p:val>
                                            <p:strVal val="#ppt_y+.1"/>
                                          </p:val>
                                        </p:tav>
                                        <p:tav tm="100000">
                                          <p:val>
                                            <p:strVal val="#ppt_y"/>
                                          </p:val>
                                        </p:tav>
                                      </p:tavLst>
                                    </p:anim>
                                    <p:animEffect transition="in" filter="fade">
                                      <p:cBhvr>
                                        <p:cTn id="14" dur="2000" decel="50000">
                                          <p:stCondLst>
                                            <p:cond delay="0"/>
                                          </p:stCondLst>
                                        </p:cTn>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266</TotalTime>
  <Words>178</Words>
  <Application>Microsoft Office PowerPoint</Application>
  <PresentationFormat>Widescreen</PresentationFormat>
  <Paragraphs>31</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Albertus Medium</vt:lpstr>
      <vt:lpstr>Arial</vt:lpstr>
      <vt:lpstr>Calibri</vt:lpstr>
      <vt:lpstr>Calibri Light</vt:lpstr>
      <vt:lpstr>Wingdings</vt:lpstr>
      <vt:lpstr>Office Theme</vt:lpstr>
      <vt:lpstr>               </vt:lpstr>
      <vt:lpstr>GOOGLE FORM LINK-</vt:lpstr>
      <vt:lpstr>PowerPoint Presentation</vt:lpstr>
      <vt:lpstr>PowerPoint Presentation</vt:lpstr>
      <vt:lpstr>1. DESCRIPTIVE STATISTICS:</vt:lpstr>
      <vt:lpstr>2. CORRELATION:</vt:lpstr>
      <vt:lpstr>3. Z-TEST: TWO SAMPLE FOR MEANS</vt:lpstr>
      <vt:lpstr>PowerPoint Presentation</vt:lpstr>
      <vt:lpstr>PowerPoint Presentation</vt:lpstr>
      <vt:lpstr>PowerPoint Presentation</vt:lpstr>
      <vt:lpstr>4. CHARTS</vt:lpstr>
      <vt:lpstr>FREQUENCY FUNCTION</vt:lpstr>
      <vt:lpstr>COUNTIF FUNCTION</vt:lpstr>
      <vt:lpstr>PowerPoint Presentation</vt:lpstr>
      <vt:lpstr>PowerPoint Presentation</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GYM:CHANGES BEFORE AND AFTER</dc:title>
  <dc:creator>saloni shandilya</dc:creator>
  <cp:lastModifiedBy>saloni shandilya</cp:lastModifiedBy>
  <cp:revision>6</cp:revision>
  <dcterms:created xsi:type="dcterms:W3CDTF">2023-04-03T10:12:30Z</dcterms:created>
  <dcterms:modified xsi:type="dcterms:W3CDTF">2026-04-16T09:52:05Z</dcterms:modified>
</cp:coreProperties>
</file>